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5"/>
  </p:notesMasterIdLst>
  <p:sldIdLst>
    <p:sldId id="257" r:id="rId4"/>
    <p:sldId id="282" r:id="rId5"/>
    <p:sldId id="299" r:id="rId6"/>
    <p:sldId id="301" r:id="rId7"/>
    <p:sldId id="303" r:id="rId8"/>
    <p:sldId id="305" r:id="rId9"/>
    <p:sldId id="308" r:id="rId10"/>
    <p:sldId id="310" r:id="rId11"/>
    <p:sldId id="312" r:id="rId12"/>
    <p:sldId id="314" r:id="rId13"/>
    <p:sldId id="316" r:id="rId14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208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image" Target="../media/image1.pn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1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200" y="1252855"/>
            <a:ext cx="105156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52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  <a:endParaRPr sz="6000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904875" y="180975"/>
            <a:ext cx="105156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91540" y="4946650"/>
            <a:ext cx="5776595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421061" y="4299150"/>
            <a:ext cx="519363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838198" y="4335150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995680"/>
            <a:ext cx="4690745" cy="2914015"/>
          </a:xfrm>
        </p:spPr>
        <p:txBody>
          <a:bodyPr wrap="square" anchor="b">
            <a:normAutofit/>
          </a:bodyPr>
          <a:lstStyle>
            <a:lvl1pPr algn="ctr">
              <a:defRPr sz="58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844016" y="394665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985001" y="3981423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6"/>
            </p:custDataLst>
          </p:nvPr>
        </p:nvSpPr>
        <p:spPr>
          <a:xfrm rot="3018227">
            <a:off x="977129" y="58074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96000" y="3274695"/>
            <a:ext cx="10800000" cy="2646680"/>
          </a:xfrm>
        </p:spPr>
        <p:txBody>
          <a:bodyPr wrap="square" anchor="t" anchorCtr="0">
            <a:normAutofit/>
          </a:bodyPr>
          <a:lstStyle>
            <a:lvl1pPr algn="ctr">
              <a:defRPr sz="6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4000" y="307340"/>
            <a:ext cx="9144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5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798810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835" y="212725"/>
            <a:ext cx="10514965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892175" y="5288280"/>
            <a:ext cx="73152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1443990" y="3674110"/>
            <a:ext cx="9910445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838833" y="3603245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_Slide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catalog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smtClean="0"/>
              <a:t>Chapter Title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smtClean="0"/>
              <a:t>Chapter Title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smtClean="0"/>
              <a:t>Chapter Title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smtClean="0"/>
              <a:t>Chapter Title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96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5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image" Target="../media/image2.png"/><Relationship Id="rId13" Type="http://schemas.openxmlformats.org/officeDocument/2006/relationships/tags" Target="../tags/tag90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algn="ctr"/>
            <a:endParaRPr lang="zh-CN" alt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01.xml"/><Relationship Id="rId5" Type="http://schemas.openxmlformats.org/officeDocument/2006/relationships/image" Target="../media/image3.png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117.xml"/><Relationship Id="rId16" Type="http://schemas.openxmlformats.org/officeDocument/2006/relationships/image" Target="../media/image6.png"/><Relationship Id="rId15" Type="http://schemas.openxmlformats.org/officeDocument/2006/relationships/tags" Target="../tags/tag116.xml"/><Relationship Id="rId14" Type="http://schemas.openxmlformats.org/officeDocument/2006/relationships/image" Target="../media/image5.png"/><Relationship Id="rId13" Type="http://schemas.openxmlformats.org/officeDocument/2006/relationships/tags" Target="../tags/tag115.xml"/><Relationship Id="rId12" Type="http://schemas.openxmlformats.org/officeDocument/2006/relationships/image" Target="../media/image4.png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image" Target="../media/image7.png"/><Relationship Id="rId17" Type="http://schemas.openxmlformats.org/officeDocument/2006/relationships/slideLayout" Target="../slideLayouts/slideLayout20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tags" Target="../tags/tag11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image" Target="../media/image8.png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image" Target="../media/image11.png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image" Target="../media/image10.png"/><Relationship Id="rId2" Type="http://schemas.openxmlformats.org/officeDocument/2006/relationships/tags" Target="../tags/tag143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149.xml"/><Relationship Id="rId1" Type="http://schemas.openxmlformats.org/officeDocument/2006/relationships/tags" Target="../tags/tag14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image" Target="../media/image13.png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image" Target="../media/image12.png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157.xml"/><Relationship Id="rId1" Type="http://schemas.openxmlformats.org/officeDocument/2006/relationships/tags" Target="../tags/tag15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167.xml"/><Relationship Id="rId1" Type="http://schemas.openxmlformats.org/officeDocument/2006/relationships/tags" Target="../tags/tag15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svg"/><Relationship Id="rId8" Type="http://schemas.openxmlformats.org/officeDocument/2006/relationships/image" Target="../media/image14.png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8" Type="http://schemas.openxmlformats.org/officeDocument/2006/relationships/slideLayout" Target="../slideLayouts/slideLayout13.xml"/><Relationship Id="rId27" Type="http://schemas.openxmlformats.org/officeDocument/2006/relationships/tags" Target="../tags/tag186.xml"/><Relationship Id="rId26" Type="http://schemas.openxmlformats.org/officeDocument/2006/relationships/tags" Target="../tags/tag185.xml"/><Relationship Id="rId25" Type="http://schemas.openxmlformats.org/officeDocument/2006/relationships/tags" Target="../tags/tag184.xml"/><Relationship Id="rId24" Type="http://schemas.openxmlformats.org/officeDocument/2006/relationships/tags" Target="../tags/tag183.xml"/><Relationship Id="rId23" Type="http://schemas.openxmlformats.org/officeDocument/2006/relationships/tags" Target="../tags/tag182.xml"/><Relationship Id="rId22" Type="http://schemas.openxmlformats.org/officeDocument/2006/relationships/tags" Target="../tags/tag181.xml"/><Relationship Id="rId21" Type="http://schemas.openxmlformats.org/officeDocument/2006/relationships/tags" Target="../tags/tag180.xml"/><Relationship Id="rId20" Type="http://schemas.openxmlformats.org/officeDocument/2006/relationships/tags" Target="../tags/tag179.xml"/><Relationship Id="rId2" Type="http://schemas.openxmlformats.org/officeDocument/2006/relationships/tags" Target="../tags/tag169.xml"/><Relationship Id="rId19" Type="http://schemas.openxmlformats.org/officeDocument/2006/relationships/tags" Target="../tags/tag178.xml"/><Relationship Id="rId18" Type="http://schemas.openxmlformats.org/officeDocument/2006/relationships/image" Target="../media/image21.svg"/><Relationship Id="rId17" Type="http://schemas.openxmlformats.org/officeDocument/2006/relationships/image" Target="../media/image20.png"/><Relationship Id="rId16" Type="http://schemas.openxmlformats.org/officeDocument/2006/relationships/tags" Target="../tags/tag177.xml"/><Relationship Id="rId15" Type="http://schemas.openxmlformats.org/officeDocument/2006/relationships/image" Target="../media/image19.svg"/><Relationship Id="rId14" Type="http://schemas.openxmlformats.org/officeDocument/2006/relationships/image" Target="../media/image18.png"/><Relationship Id="rId13" Type="http://schemas.openxmlformats.org/officeDocument/2006/relationships/tags" Target="../tags/tag176.xml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tags" Target="../tags/tag175.xml"/><Relationship Id="rId1" Type="http://schemas.openxmlformats.org/officeDocument/2006/relationships/tags" Target="../tags/tag16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2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image" Target="../media/image3.png"/><Relationship Id="rId1" Type="http://schemas.openxmlformats.org/officeDocument/2006/relationships/tags" Target="../tags/tag2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252855"/>
            <a:ext cx="10515600" cy="2902585"/>
          </a:xfrm>
        </p:spPr>
        <p:txBody>
          <a:bodyPr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5200"/>
              <a:t>OrganiseMe: A Single-Page Productivity App</a:t>
            </a:r>
            <a:endParaRPr altLang="en-US" sz="5200"/>
          </a:p>
        </p:txBody>
      </p:sp>
      <p:sp>
        <p:nvSpPr>
          <p:cNvPr id="44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904875" y="180975"/>
            <a:ext cx="10515600" cy="94488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altLang="en-US" sz="1800"/>
              <a:t>2026/03/25</a:t>
            </a:r>
            <a:endParaRPr altLang="en-US" sz="1800"/>
          </a:p>
        </p:txBody>
      </p:sp>
      <p:sp>
        <p:nvSpPr>
          <p:cNvPr id="47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prstGeom prst="rect">
            <a:avLst/>
          </a:prstGeom>
        </p:spPr>
        <p:txBody>
          <a:bodyPr/>
          <a:p>
            <a:r>
              <a:rPr lang="en-US"/>
              <a:t>Reporter: P Pek</a:t>
            </a:r>
            <a:endParaRPr lang="en-US"/>
          </a:p>
        </p:txBody>
      </p:sp>
      <p:pic>
        <p:nvPicPr>
          <p:cNvPr id="48" name="Picture 47" descr="favicon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92175" y="5437505"/>
            <a:ext cx="1091565" cy="109156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2639695"/>
            <a:ext cx="10800000" cy="264668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6000"/>
              <a:t>Single-Page Web application Design</a:t>
            </a:r>
            <a:endParaRPr lang="en-US" sz="60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Diagonal Corners Rounded Rectangle 32"/>
          <p:cNvSpPr/>
          <p:nvPr>
            <p:custDataLst>
              <p:tags r:id="rId1"/>
            </p:custDataLst>
          </p:nvPr>
        </p:nvSpPr>
        <p:spPr>
          <a:xfrm>
            <a:off x="3919220" y="1952625"/>
            <a:ext cx="4349750" cy="1514475"/>
          </a:xfrm>
          <a:prstGeom prst="round2DiagRect">
            <a:avLst/>
          </a:prstGeom>
          <a:gradFill>
            <a:gsLst>
              <a:gs pos="0">
                <a:schemeClr val="accent2">
                  <a:lumMod val="25000"/>
                  <a:lumOff val="75000"/>
                </a:schemeClr>
              </a:gs>
              <a:gs pos="50000">
                <a:schemeClr val="accent1"/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Diagonal Corners Rounded Rectangle 33"/>
          <p:cNvSpPr/>
          <p:nvPr>
            <p:custDataLst>
              <p:tags r:id="rId2"/>
            </p:custDataLst>
          </p:nvPr>
        </p:nvSpPr>
        <p:spPr>
          <a:xfrm>
            <a:off x="8980805" y="1952625"/>
            <a:ext cx="1881505" cy="1514475"/>
          </a:xfrm>
          <a:prstGeom prst="round2DiagRect">
            <a:avLst/>
          </a:prstGeom>
          <a:solidFill>
            <a:schemeClr val="accent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Diagonal Corners Rounded Rectangle 30"/>
          <p:cNvSpPr/>
          <p:nvPr>
            <p:custDataLst>
              <p:tags r:id="rId3"/>
            </p:custDataLst>
          </p:nvPr>
        </p:nvSpPr>
        <p:spPr>
          <a:xfrm>
            <a:off x="1326515" y="1952625"/>
            <a:ext cx="1881505" cy="1514475"/>
          </a:xfrm>
          <a:prstGeom prst="round2DiagRect">
            <a:avLst/>
          </a:prstGeom>
          <a:solidFill>
            <a:schemeClr val="accent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Task Management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7" name="矩形 1"/>
          <p:cNvSpPr/>
          <p:nvPr>
            <p:custDataLst>
              <p:tags r:id="rId5"/>
            </p:custDataLst>
          </p:nvPr>
        </p:nvSpPr>
        <p:spPr>
          <a:xfrm>
            <a:off x="766763" y="5303203"/>
            <a:ext cx="2995295" cy="13354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Add Multible Tasks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8" name="矩形: 圆角 3"/>
          <p:cNvSpPr/>
          <p:nvPr>
            <p:custDataLst>
              <p:tags r:id="rId6"/>
            </p:custDataLst>
          </p:nvPr>
        </p:nvSpPr>
        <p:spPr>
          <a:xfrm>
            <a:off x="766763" y="4575493"/>
            <a:ext cx="2995295" cy="565150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accent1">
                    <a:alpha val="50000"/>
                  </a:schemeClr>
                </a:gs>
                <a:gs pos="95000">
                  <a:schemeClr val="accent1">
                    <a:alpha val="0"/>
                  </a:schemeClr>
                </a:gs>
                <a:gs pos="500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0"/>
            </a:gradFill>
          </a:ln>
          <a:effectLst>
            <a:outerShdw blurRad="127000" dist="76200" dir="2700000" algn="ctr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gradFill>
                  <a:gsLst>
                    <a:gs pos="0">
                      <a:schemeClr val="accent1">
                        <a:lumMod val="75000"/>
                        <a:alpha val="10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15600000" scaled="0"/>
                </a:gradFill>
                <a:latin typeface="+mj-lt"/>
                <a:sym typeface="+mn-ea"/>
              </a:rPr>
              <a:t>Adding</a:t>
            </a:r>
            <a:endParaRPr lang="en-US" sz="2000" b="1">
              <a:gradFill>
                <a:gsLst>
                  <a:gs pos="0">
                    <a:schemeClr val="accent1">
                      <a:lumMod val="75000"/>
                      <a:alpha val="10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15600000" scaled="0"/>
              </a:gradFill>
              <a:latin typeface="+mj-lt"/>
              <a:sym typeface="+mn-ea"/>
            </a:endParaRPr>
          </a:p>
        </p:txBody>
      </p:sp>
      <p:sp>
        <p:nvSpPr>
          <p:cNvPr id="9" name="矩形 7"/>
          <p:cNvSpPr/>
          <p:nvPr>
            <p:custDataLst>
              <p:tags r:id="rId7"/>
            </p:custDataLst>
          </p:nvPr>
        </p:nvSpPr>
        <p:spPr>
          <a:xfrm>
            <a:off x="4598988" y="5303838"/>
            <a:ext cx="2995295" cy="13354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Updeate thier Progess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0" name="矩形: 圆角 8"/>
          <p:cNvSpPr/>
          <p:nvPr>
            <p:custDataLst>
              <p:tags r:id="rId8"/>
            </p:custDataLst>
          </p:nvPr>
        </p:nvSpPr>
        <p:spPr>
          <a:xfrm>
            <a:off x="4598988" y="4579938"/>
            <a:ext cx="2995295" cy="565150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accent2">
                    <a:alpha val="50000"/>
                  </a:schemeClr>
                </a:gs>
                <a:gs pos="95000">
                  <a:schemeClr val="accent2">
                    <a:alpha val="0"/>
                  </a:schemeClr>
                </a:gs>
                <a:gs pos="5000">
                  <a:schemeClr val="accent2">
                    <a:alpha val="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0" scaled="0"/>
            </a:gradFill>
          </a:ln>
          <a:effectLst>
            <a:outerShdw blurRad="127000" dist="76200" dir="2700000" algn="ctr" rotWithShape="0">
              <a:schemeClr val="accent2">
                <a:alpha val="20000"/>
              </a:schemeClr>
            </a:outerShdw>
          </a:effectLst>
        </p:spPr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gradFill>
                  <a:gsLst>
                    <a:gs pos="0">
                      <a:schemeClr val="accent2">
                        <a:lumMod val="75000"/>
                        <a:alpha val="100000"/>
                      </a:schemeClr>
                    </a:gs>
                    <a:gs pos="100000">
                      <a:schemeClr val="accent2">
                        <a:alpha val="100000"/>
                      </a:schemeClr>
                    </a:gs>
                  </a:gsLst>
                  <a:lin ang="15600000" scaled="0"/>
                </a:gradFill>
                <a:latin typeface="+mj-lt"/>
                <a:sym typeface="+mn-ea"/>
              </a:rPr>
              <a:t>Progress</a:t>
            </a:r>
            <a:endParaRPr lang="en-US" sz="2000" b="1">
              <a:gradFill>
                <a:gsLst>
                  <a:gs pos="0">
                    <a:schemeClr val="accent2">
                      <a:lumMod val="75000"/>
                      <a:alpha val="10000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15600000" scaled="0"/>
              </a:gradFill>
              <a:latin typeface="+mj-lt"/>
              <a:sym typeface="+mn-ea"/>
            </a:endParaRPr>
          </a:p>
        </p:txBody>
      </p:sp>
      <p:sp>
        <p:nvSpPr>
          <p:cNvPr id="11" name="矩形 9"/>
          <p:cNvSpPr/>
          <p:nvPr>
            <p:custDataLst>
              <p:tags r:id="rId9"/>
            </p:custDataLst>
          </p:nvPr>
        </p:nvSpPr>
        <p:spPr>
          <a:xfrm>
            <a:off x="8430578" y="5303838"/>
            <a:ext cx="2995295" cy="13354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Delete Them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2" name="矩形: 圆角 10"/>
          <p:cNvSpPr/>
          <p:nvPr>
            <p:custDataLst>
              <p:tags r:id="rId10"/>
            </p:custDataLst>
          </p:nvPr>
        </p:nvSpPr>
        <p:spPr>
          <a:xfrm>
            <a:off x="8430578" y="4579938"/>
            <a:ext cx="2995295" cy="565150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accent1">
                    <a:alpha val="50000"/>
                  </a:schemeClr>
                </a:gs>
                <a:gs pos="95000">
                  <a:schemeClr val="accent1">
                    <a:alpha val="0"/>
                  </a:schemeClr>
                </a:gs>
                <a:gs pos="500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0"/>
            </a:gradFill>
          </a:ln>
          <a:effectLst>
            <a:outerShdw blurRad="127000" dist="76200" dir="2700000" algn="ctr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gradFill>
                  <a:gsLst>
                    <a:gs pos="0">
                      <a:schemeClr val="accent1">
                        <a:lumMod val="75000"/>
                        <a:alpha val="10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15600000" scaled="0"/>
                </a:gradFill>
                <a:latin typeface="+mj-lt"/>
                <a:sym typeface="+mn-ea"/>
              </a:rPr>
              <a:t>Removing</a:t>
            </a:r>
            <a:endParaRPr lang="en-US" sz="2000" b="1">
              <a:gradFill>
                <a:gsLst>
                  <a:gs pos="0">
                    <a:schemeClr val="accent1">
                      <a:lumMod val="75000"/>
                      <a:alpha val="10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15600000" scaled="0"/>
              </a:gradFill>
              <a:latin typeface="+mj-lt"/>
              <a:sym typeface="+mn-ea"/>
            </a:endParaRP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807845" y="2317750"/>
            <a:ext cx="914400" cy="782515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213225" y="2317750"/>
            <a:ext cx="3762375" cy="781050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clrChange>
              <a:clrFrom>
                <a:srgbClr val="979AE1">
                  <a:alpha val="100000"/>
                </a:srgbClr>
              </a:clrFrom>
              <a:clrTo>
                <a:srgbClr val="979AE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85960" y="2317750"/>
            <a:ext cx="685800" cy="723900"/>
          </a:xfrm>
          <a:prstGeom prst="round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121" t="1989" r="4107"/>
          <a:stretch>
            <a:fillRect/>
          </a:stretch>
        </p:blipFill>
        <p:spPr>
          <a:xfrm>
            <a:off x="4965382" y="2497138"/>
            <a:ext cx="1986594" cy="198659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28" h="3128">
                <a:moveTo>
                  <a:pt x="1564" y="0"/>
                </a:moveTo>
                <a:cubicBezTo>
                  <a:pt x="2428" y="0"/>
                  <a:pt x="3128" y="700"/>
                  <a:pt x="3128" y="1564"/>
                </a:cubicBezTo>
                <a:cubicBezTo>
                  <a:pt x="3128" y="2428"/>
                  <a:pt x="2428" y="3128"/>
                  <a:pt x="1564" y="3128"/>
                </a:cubicBezTo>
                <a:cubicBezTo>
                  <a:pt x="700" y="3128"/>
                  <a:pt x="0" y="2428"/>
                  <a:pt x="0" y="1564"/>
                </a:cubicBezTo>
                <a:cubicBezTo>
                  <a:pt x="0" y="700"/>
                  <a:pt x="700" y="0"/>
                  <a:pt x="156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</a:effectLst>
        </p:spPr>
      </p:pic>
      <p:sp>
        <p:nvSpPr>
          <p:cNvPr id="11" name="直接连接符 16"/>
          <p:cNvSpPr/>
          <p:nvPr>
            <p:custDataLst>
              <p:tags r:id="rId3"/>
            </p:custDataLst>
          </p:nvPr>
        </p:nvSpPr>
        <p:spPr>
          <a:xfrm>
            <a:off x="4715193" y="2246948"/>
            <a:ext cx="2486639" cy="2486639"/>
          </a:xfrm>
          <a:prstGeom prst="arc">
            <a:avLst>
              <a:gd name="adj1" fmla="val 5819637"/>
              <a:gd name="adj2" fmla="val 9451252"/>
            </a:avLst>
          </a:prstGeom>
          <a:noFill/>
          <a:ln w="1587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0800000" scaled="1"/>
              <a:tileRect/>
            </a:gra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+mj-lt"/>
            </a:endParaRPr>
          </a:p>
        </p:txBody>
      </p:sp>
      <p:sp>
        <p:nvSpPr>
          <p:cNvPr id="12" name="直接连接符 35"/>
          <p:cNvSpPr/>
          <p:nvPr>
            <p:custDataLst>
              <p:tags r:id="rId4"/>
            </p:custDataLst>
          </p:nvPr>
        </p:nvSpPr>
        <p:spPr>
          <a:xfrm>
            <a:off x="4715193" y="2246948"/>
            <a:ext cx="2486639" cy="2486639"/>
          </a:xfrm>
          <a:prstGeom prst="arc">
            <a:avLst>
              <a:gd name="adj1" fmla="val 1287792"/>
              <a:gd name="adj2" fmla="val 5322458"/>
            </a:avLst>
          </a:prstGeom>
          <a:noFill/>
          <a:ln w="1587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0800000" scaled="1"/>
              <a:tileRect/>
            </a:gra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+mj-lt"/>
            </a:endParaRPr>
          </a:p>
        </p:txBody>
      </p:sp>
      <p:sp>
        <p:nvSpPr>
          <p:cNvPr id="13" name="直接连接符 55"/>
          <p:cNvSpPr/>
          <p:nvPr>
            <p:custDataLst>
              <p:tags r:id="rId5"/>
            </p:custDataLst>
          </p:nvPr>
        </p:nvSpPr>
        <p:spPr>
          <a:xfrm flipH="1">
            <a:off x="4715193" y="2246948"/>
            <a:ext cx="2486639" cy="2486639"/>
          </a:xfrm>
          <a:prstGeom prst="arc">
            <a:avLst>
              <a:gd name="adj1" fmla="val 14242168"/>
              <a:gd name="adj2" fmla="val 18817264"/>
            </a:avLst>
          </a:prstGeom>
          <a:noFill/>
          <a:ln w="1587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0800000" scaled="1"/>
              <a:tileRect/>
            </a:gra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4" name="直接连接符 14"/>
          <p:cNvSpPr/>
          <p:nvPr>
            <p:custDataLst>
              <p:tags r:id="rId6"/>
            </p:custDataLst>
          </p:nvPr>
        </p:nvSpPr>
        <p:spPr>
          <a:xfrm rot="1722182" flipV="1">
            <a:off x="4715193" y="2246948"/>
            <a:ext cx="2486639" cy="2486639"/>
          </a:xfrm>
          <a:prstGeom prst="arc">
            <a:avLst>
              <a:gd name="adj1" fmla="val 9808275"/>
              <a:gd name="adj2" fmla="val 13771423"/>
            </a:avLst>
          </a:prstGeom>
          <a:noFill/>
          <a:ln w="1587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 scaled="1"/>
              <a:tileRect/>
            </a:gra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5" name="直接连接符 12"/>
          <p:cNvSpPr/>
          <p:nvPr>
            <p:custDataLst>
              <p:tags r:id="rId7"/>
            </p:custDataLst>
          </p:nvPr>
        </p:nvSpPr>
        <p:spPr>
          <a:xfrm rot="19770222" flipV="1">
            <a:off x="4715193" y="2246948"/>
            <a:ext cx="2486639" cy="2486639"/>
          </a:xfrm>
          <a:prstGeom prst="arc">
            <a:avLst>
              <a:gd name="adj1" fmla="val 18941107"/>
              <a:gd name="adj2" fmla="val 674110"/>
            </a:avLst>
          </a:prstGeom>
          <a:noFill/>
          <a:ln w="1587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1"/>
              <a:tileRect/>
            </a:gra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9" name="椭圆 31"/>
          <p:cNvSpPr/>
          <p:nvPr>
            <p:custDataLst>
              <p:tags r:id="rId8"/>
            </p:custDataLst>
          </p:nvPr>
        </p:nvSpPr>
        <p:spPr>
          <a:xfrm>
            <a:off x="4461828" y="1992948"/>
            <a:ext cx="2994130" cy="2994126"/>
          </a:xfrm>
          <a:custGeom>
            <a:avLst/>
            <a:gdLst>
              <a:gd name="connsiteX0" fmla="*/ 0 w 2994129"/>
              <a:gd name="connsiteY0" fmla="*/ 1497063 h 2994126"/>
              <a:gd name="connsiteX1" fmla="*/ 1497065 w 2994129"/>
              <a:gd name="connsiteY1" fmla="*/ 0 h 2994126"/>
              <a:gd name="connsiteX2" fmla="*/ 2994130 w 2994129"/>
              <a:gd name="connsiteY2" fmla="*/ 1497063 h 2994126"/>
              <a:gd name="connsiteX3" fmla="*/ 1497065 w 2994129"/>
              <a:gd name="connsiteY3" fmla="*/ 2994126 h 2994126"/>
              <a:gd name="connsiteX4" fmla="*/ 0 w 2994129"/>
              <a:gd name="connsiteY4" fmla="*/ 1497063 h 2994126"/>
              <a:gd name="connsiteX0-1" fmla="*/ 4580065 w 7574195"/>
              <a:gd name="connsiteY0-2" fmla="*/ 4088683 h 5585746"/>
              <a:gd name="connsiteX1-3" fmla="*/ 0 w 7574195"/>
              <a:gd name="connsiteY1-4" fmla="*/ 0 h 5585746"/>
              <a:gd name="connsiteX2-5" fmla="*/ 6077130 w 7574195"/>
              <a:gd name="connsiteY2-6" fmla="*/ 2591620 h 5585746"/>
              <a:gd name="connsiteX3-7" fmla="*/ 7574195 w 7574195"/>
              <a:gd name="connsiteY3-8" fmla="*/ 4088683 h 5585746"/>
              <a:gd name="connsiteX4-9" fmla="*/ 6077130 w 7574195"/>
              <a:gd name="connsiteY4-10" fmla="*/ 5585746 h 5585746"/>
              <a:gd name="connsiteX5" fmla="*/ 4580065 w 7574195"/>
              <a:gd name="connsiteY5" fmla="*/ 4088683 h 5585746"/>
              <a:gd name="connsiteX0-11" fmla="*/ 0 w 2994130"/>
              <a:gd name="connsiteY0-12" fmla="*/ 1497063 h 2994126"/>
              <a:gd name="connsiteX1-13" fmla="*/ 1497065 w 2994130"/>
              <a:gd name="connsiteY1-14" fmla="*/ 0 h 2994126"/>
              <a:gd name="connsiteX2-15" fmla="*/ 2994130 w 2994130"/>
              <a:gd name="connsiteY2-16" fmla="*/ 1497063 h 2994126"/>
              <a:gd name="connsiteX3-17" fmla="*/ 1497065 w 2994130"/>
              <a:gd name="connsiteY3-18" fmla="*/ 2994126 h 2994126"/>
              <a:gd name="connsiteX4-19" fmla="*/ 0 w 2994130"/>
              <a:gd name="connsiteY4-20" fmla="*/ 1497063 h 29941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994130" h="2994126">
                <a:moveTo>
                  <a:pt x="0" y="1497063"/>
                </a:moveTo>
                <a:cubicBezTo>
                  <a:pt x="0" y="670258"/>
                  <a:pt x="670259" y="0"/>
                  <a:pt x="1497065" y="0"/>
                </a:cubicBezTo>
                <a:cubicBezTo>
                  <a:pt x="2323871" y="0"/>
                  <a:pt x="2994130" y="670258"/>
                  <a:pt x="2994130" y="1497063"/>
                </a:cubicBezTo>
                <a:cubicBezTo>
                  <a:pt x="2994130" y="2323868"/>
                  <a:pt x="2323871" y="2994126"/>
                  <a:pt x="1497065" y="2994126"/>
                </a:cubicBezTo>
                <a:cubicBezTo>
                  <a:pt x="670259" y="2994126"/>
                  <a:pt x="0" y="2323868"/>
                  <a:pt x="0" y="1497063"/>
                </a:cubicBezTo>
                <a:close/>
              </a:path>
            </a:pathLst>
          </a:custGeom>
          <a:noFill/>
          <a:ln w="19050">
            <a:solidFill>
              <a:schemeClr val="accent2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椭圆 6"/>
          <p:cNvSpPr/>
          <p:nvPr>
            <p:custDataLst>
              <p:tags r:id="rId9"/>
            </p:custDataLst>
          </p:nvPr>
        </p:nvSpPr>
        <p:spPr>
          <a:xfrm rot="21605911">
            <a:off x="7386003" y="3422968"/>
            <a:ext cx="139636" cy="139636"/>
          </a:xfrm>
          <a:prstGeom prst="ellipse">
            <a:avLst/>
          </a:prstGeom>
          <a:gradFill flip="none" rotWithShape="1">
            <a:gsLst>
              <a:gs pos="54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solidFill>
                <a:schemeClr val="dk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椭圆 21"/>
          <p:cNvSpPr/>
          <p:nvPr>
            <p:custDataLst>
              <p:tags r:id="rId10"/>
            </p:custDataLst>
          </p:nvPr>
        </p:nvSpPr>
        <p:spPr>
          <a:xfrm rot="21605911">
            <a:off x="4391978" y="3420428"/>
            <a:ext cx="139636" cy="139636"/>
          </a:xfrm>
          <a:prstGeom prst="ellipse">
            <a:avLst/>
          </a:prstGeom>
          <a:gradFill flip="none" rotWithShape="1">
            <a:gsLst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solidFill>
                <a:schemeClr val="dk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椭圆 24"/>
          <p:cNvSpPr/>
          <p:nvPr>
            <p:custDataLst>
              <p:tags r:id="rId11"/>
            </p:custDataLst>
          </p:nvPr>
        </p:nvSpPr>
        <p:spPr>
          <a:xfrm>
            <a:off x="5696903" y="2822258"/>
            <a:ext cx="523875" cy="5238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Oval 25"/>
          <p:cNvSpPr/>
          <p:nvPr>
            <p:custDataLst>
              <p:tags r:id="rId12"/>
            </p:custDataLst>
          </p:nvPr>
        </p:nvSpPr>
        <p:spPr>
          <a:xfrm>
            <a:off x="5822633" y="2953068"/>
            <a:ext cx="272093" cy="262458"/>
          </a:xfrm>
          <a:custGeom>
            <a:avLst/>
            <a:gdLst>
              <a:gd name="connsiteX0" fmla="*/ 23639 w 607581"/>
              <a:gd name="connsiteY0" fmla="*/ 389592 h 586068"/>
              <a:gd name="connsiteX1" fmla="*/ 196615 w 607581"/>
              <a:gd name="connsiteY1" fmla="*/ 562382 h 586068"/>
              <a:gd name="connsiteX2" fmla="*/ 189942 w 607581"/>
              <a:gd name="connsiteY2" fmla="*/ 569048 h 586068"/>
              <a:gd name="connsiteX3" fmla="*/ 171701 w 607581"/>
              <a:gd name="connsiteY3" fmla="*/ 577225 h 586068"/>
              <a:gd name="connsiteX4" fmla="*/ 29957 w 607581"/>
              <a:gd name="connsiteY4" fmla="*/ 586025 h 586068"/>
              <a:gd name="connsiteX5" fmla="*/ 8246 w 607581"/>
              <a:gd name="connsiteY5" fmla="*/ 577759 h 586068"/>
              <a:gd name="connsiteX6" fmla="*/ 60 w 607581"/>
              <a:gd name="connsiteY6" fmla="*/ 556071 h 586068"/>
              <a:gd name="connsiteX7" fmla="*/ 8780 w 607581"/>
              <a:gd name="connsiteY7" fmla="*/ 414480 h 586068"/>
              <a:gd name="connsiteX8" fmla="*/ 16966 w 607581"/>
              <a:gd name="connsiteY8" fmla="*/ 396259 h 586068"/>
              <a:gd name="connsiteX9" fmla="*/ 579324 w 607581"/>
              <a:gd name="connsiteY9" fmla="*/ 271751 h 586068"/>
              <a:gd name="connsiteX10" fmla="*/ 599304 w 607581"/>
              <a:gd name="connsiteY10" fmla="*/ 280017 h 586068"/>
              <a:gd name="connsiteX11" fmla="*/ 599304 w 607581"/>
              <a:gd name="connsiteY11" fmla="*/ 319838 h 586068"/>
              <a:gd name="connsiteX12" fmla="*/ 448721 w 607581"/>
              <a:gd name="connsiteY12" fmla="*/ 470234 h 586068"/>
              <a:gd name="connsiteX13" fmla="*/ 408762 w 607581"/>
              <a:gd name="connsiteY13" fmla="*/ 470234 h 586068"/>
              <a:gd name="connsiteX14" fmla="*/ 408762 w 607581"/>
              <a:gd name="connsiteY14" fmla="*/ 430324 h 586068"/>
              <a:gd name="connsiteX15" fmla="*/ 559345 w 607581"/>
              <a:gd name="connsiteY15" fmla="*/ 280017 h 586068"/>
              <a:gd name="connsiteX16" fmla="*/ 579324 w 607581"/>
              <a:gd name="connsiteY16" fmla="*/ 271751 h 586068"/>
              <a:gd name="connsiteX17" fmla="*/ 344667 w 607581"/>
              <a:gd name="connsiteY17" fmla="*/ 69084 h 586068"/>
              <a:gd name="connsiteX18" fmla="*/ 517687 w 607581"/>
              <a:gd name="connsiteY18" fmla="*/ 241855 h 586068"/>
              <a:gd name="connsiteX19" fmla="*/ 236619 w 607581"/>
              <a:gd name="connsiteY19" fmla="*/ 522608 h 586068"/>
              <a:gd name="connsiteX20" fmla="*/ 63599 w 607581"/>
              <a:gd name="connsiteY20" fmla="*/ 349748 h 586068"/>
              <a:gd name="connsiteX21" fmla="*/ 464457 w 607581"/>
              <a:gd name="connsiteY21" fmla="*/ 0 h 586068"/>
              <a:gd name="connsiteX22" fmla="*/ 550972 w 607581"/>
              <a:gd name="connsiteY22" fmla="*/ 35820 h 586068"/>
              <a:gd name="connsiteX23" fmla="*/ 586842 w 607581"/>
              <a:gd name="connsiteY23" fmla="*/ 122215 h 586068"/>
              <a:gd name="connsiteX24" fmla="*/ 557381 w 607581"/>
              <a:gd name="connsiteY24" fmla="*/ 201676 h 586068"/>
              <a:gd name="connsiteX25" fmla="*/ 384884 w 607581"/>
              <a:gd name="connsiteY25" fmla="*/ 29421 h 586068"/>
              <a:gd name="connsiteX26" fmla="*/ 464457 w 607581"/>
              <a:gd name="connsiteY26" fmla="*/ 0 h 586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7581" h="586068">
                <a:moveTo>
                  <a:pt x="23639" y="389592"/>
                </a:moveTo>
                <a:lnTo>
                  <a:pt x="196615" y="562382"/>
                </a:lnTo>
                <a:lnTo>
                  <a:pt x="189942" y="569048"/>
                </a:lnTo>
                <a:cubicBezTo>
                  <a:pt x="185137" y="573937"/>
                  <a:pt x="178641" y="576870"/>
                  <a:pt x="171701" y="577225"/>
                </a:cubicBezTo>
                <a:lnTo>
                  <a:pt x="29957" y="586025"/>
                </a:lnTo>
                <a:cubicBezTo>
                  <a:pt x="21860" y="586469"/>
                  <a:pt x="13941" y="583536"/>
                  <a:pt x="8246" y="577759"/>
                </a:cubicBezTo>
                <a:cubicBezTo>
                  <a:pt x="2551" y="572070"/>
                  <a:pt x="-474" y="564159"/>
                  <a:pt x="60" y="556071"/>
                </a:cubicBezTo>
                <a:lnTo>
                  <a:pt x="8780" y="414480"/>
                </a:lnTo>
                <a:cubicBezTo>
                  <a:pt x="9225" y="407547"/>
                  <a:pt x="12072" y="401147"/>
                  <a:pt x="16966" y="396259"/>
                </a:cubicBezTo>
                <a:close/>
                <a:moveTo>
                  <a:pt x="579324" y="271751"/>
                </a:moveTo>
                <a:cubicBezTo>
                  <a:pt x="586555" y="271751"/>
                  <a:pt x="593786" y="274506"/>
                  <a:pt x="599304" y="280017"/>
                </a:cubicBezTo>
                <a:cubicBezTo>
                  <a:pt x="610340" y="290950"/>
                  <a:pt x="610340" y="308816"/>
                  <a:pt x="599304" y="319838"/>
                </a:cubicBezTo>
                <a:lnTo>
                  <a:pt x="448721" y="470234"/>
                </a:lnTo>
                <a:cubicBezTo>
                  <a:pt x="437686" y="481256"/>
                  <a:pt x="419797" y="481256"/>
                  <a:pt x="408762" y="470234"/>
                </a:cubicBezTo>
                <a:cubicBezTo>
                  <a:pt x="397726" y="459212"/>
                  <a:pt x="397726" y="441346"/>
                  <a:pt x="408762" y="430324"/>
                </a:cubicBezTo>
                <a:lnTo>
                  <a:pt x="559345" y="280017"/>
                </a:lnTo>
                <a:cubicBezTo>
                  <a:pt x="564863" y="274506"/>
                  <a:pt x="572094" y="271751"/>
                  <a:pt x="579324" y="271751"/>
                </a:cubicBezTo>
                <a:close/>
                <a:moveTo>
                  <a:pt x="344667" y="69084"/>
                </a:moveTo>
                <a:lnTo>
                  <a:pt x="517687" y="241855"/>
                </a:lnTo>
                <a:lnTo>
                  <a:pt x="236619" y="522608"/>
                </a:lnTo>
                <a:lnTo>
                  <a:pt x="63599" y="349748"/>
                </a:lnTo>
                <a:close/>
                <a:moveTo>
                  <a:pt x="464457" y="0"/>
                </a:moveTo>
                <a:cubicBezTo>
                  <a:pt x="497122" y="0"/>
                  <a:pt x="527919" y="12711"/>
                  <a:pt x="550972" y="35820"/>
                </a:cubicBezTo>
                <a:cubicBezTo>
                  <a:pt x="574114" y="58930"/>
                  <a:pt x="586842" y="89595"/>
                  <a:pt x="586842" y="122215"/>
                </a:cubicBezTo>
                <a:cubicBezTo>
                  <a:pt x="586842" y="151724"/>
                  <a:pt x="576428" y="179544"/>
                  <a:pt x="557381" y="201676"/>
                </a:cubicBezTo>
                <a:lnTo>
                  <a:pt x="384884" y="29421"/>
                </a:lnTo>
                <a:cubicBezTo>
                  <a:pt x="407047" y="10400"/>
                  <a:pt x="434906" y="0"/>
                  <a:pt x="464457" y="0"/>
                </a:cubicBezTo>
                <a:close/>
              </a:path>
            </a:pathLst>
          </a:custGeom>
          <a:gradFill flip="none" rotWithShape="1">
            <a:gsLst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675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dk1"/>
              </a:solidFill>
              <a:sym typeface="Arial" panose="020B0604020202020204" pitchFamily="34" charset="0"/>
            </a:endParaRPr>
          </a:p>
        </p:txBody>
      </p:sp>
      <p:sp>
        <p:nvSpPr>
          <p:cNvPr id="5" name="矩形 1"/>
          <p:cNvSpPr/>
          <p:nvPr>
            <p:custDataLst>
              <p:tags r:id="rId13"/>
            </p:custDataLst>
          </p:nvPr>
        </p:nvSpPr>
        <p:spPr>
          <a:xfrm>
            <a:off x="5105083" y="3192463"/>
            <a:ext cx="1707063" cy="698850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/>
            <a:scene3d>
              <a:camera prst="orthographicFront"/>
              <a:lightRig rig="threePt" dir="t"/>
            </a:scene3d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blurRad="6350" stA="60000" endA="900" endPos="60000" dist="29997" dir="5400000" sy="-100000" algn="bl" rotWithShape="0"/>
                </a:effectLst>
                <a:latin typeface="+mj-lt"/>
              </a:rPr>
              <a:t>Progress</a:t>
            </a:r>
            <a:endParaRPr lang="en-US" sz="20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  <a:reflection blurRad="6350" stA="60000" endA="900" endPos="60000" dist="29997" dir="5400000" sy="-100000" algn="bl" rotWithShape="0"/>
              </a:effectLst>
              <a:latin typeface="+mj-lt"/>
            </a:endParaRPr>
          </a:p>
        </p:txBody>
      </p:sp>
      <p:sp>
        <p:nvSpPr>
          <p:cNvPr id="6" name="矩形 2"/>
          <p:cNvSpPr/>
          <p:nvPr>
            <p:custDataLst>
              <p:tags r:id="rId14"/>
            </p:custDataLst>
          </p:nvPr>
        </p:nvSpPr>
        <p:spPr>
          <a:xfrm>
            <a:off x="7618730" y="3032760"/>
            <a:ext cx="2486660" cy="10185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prstTxWarp prst="textNoShape">
              <a:avLst/>
            </a:prstTxWarp>
            <a:norm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n/>
                <a:solidFill>
                  <a:schemeClr val="tx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n-lt"/>
              </a:rPr>
              <a:t>Saves Each Time Upon Refresh</a:t>
            </a:r>
            <a:endParaRPr lang="en-US" sz="2000" b="1" dirty="0">
              <a:ln/>
              <a:solidFill>
                <a:schemeClr val="tx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+mn-lt"/>
            </a:endParaRPr>
          </a:p>
        </p:txBody>
      </p:sp>
      <p:sp>
        <p:nvSpPr>
          <p:cNvPr id="8" name="矩形 3"/>
          <p:cNvSpPr/>
          <p:nvPr>
            <p:custDataLst>
              <p:tags r:id="rId15"/>
            </p:custDataLst>
          </p:nvPr>
        </p:nvSpPr>
        <p:spPr>
          <a:xfrm>
            <a:off x="1811655" y="3005455"/>
            <a:ext cx="2486660" cy="13931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prstTxWarp prst="textNoShape">
              <a:avLst/>
            </a:prstTxWarp>
            <a:norm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n/>
                <a:solidFill>
                  <a:schemeClr val="tx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n-lt"/>
              </a:rPr>
              <a:t>Auto Updates Each Time Upon Opening Site</a:t>
            </a:r>
            <a:endParaRPr lang="en-US" sz="2000" b="1" dirty="0">
              <a:ln/>
              <a:solidFill>
                <a:schemeClr val="tx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+mn-lt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704850" y="551180"/>
            <a:ext cx="4832985" cy="984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6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</a:rPr>
              <a:t>Progress Tracking</a:t>
            </a:r>
            <a:endParaRPr lang="en-US" sz="3600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646" t="317" r="34514"/>
          <a:stretch>
            <a:fillRect/>
          </a:stretch>
        </p:blipFill>
        <p:spPr>
          <a:xfrm>
            <a:off x="5824220" y="1604010"/>
            <a:ext cx="5589905" cy="2990850"/>
          </a:xfrm>
          <a:prstGeom prst="snip2Diag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Content Placeholder 19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Budget Tracking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6" name="矩形 1"/>
          <p:cNvSpPr/>
          <p:nvPr>
            <p:custDataLst>
              <p:tags r:id="rId5"/>
            </p:custDataLst>
          </p:nvPr>
        </p:nvSpPr>
        <p:spPr>
          <a:xfrm>
            <a:off x="1069340" y="1859280"/>
            <a:ext cx="4107850" cy="1378078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ctr">
            <a:norm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Income and expense input</a:t>
            </a:r>
            <a:endParaRPr lang="en-US" altLang="en-US" sz="20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7" name="矩形 3"/>
          <p:cNvSpPr/>
          <p:nvPr>
            <p:custDataLst>
              <p:tags r:id="rId6"/>
            </p:custDataLst>
          </p:nvPr>
        </p:nvSpPr>
        <p:spPr>
          <a:xfrm>
            <a:off x="6791325" y="5385435"/>
            <a:ext cx="4107601" cy="1377152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Remaining balance calculation</a:t>
            </a:r>
            <a:endParaRPr lang="en-US" altLang="en-US" sz="20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7" name="椭圆 16"/>
          <p:cNvSpPr/>
          <p:nvPr>
            <p:custDataLst>
              <p:tags r:id="rId7"/>
            </p:custDataLst>
          </p:nvPr>
        </p:nvSpPr>
        <p:spPr>
          <a:xfrm>
            <a:off x="5387975" y="2412365"/>
            <a:ext cx="855554" cy="8555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lt1"/>
                </a:solidFill>
                <a:latin typeface="+mn-lt"/>
                <a:sym typeface="+mn-lt"/>
              </a:rPr>
              <a:t>01</a:t>
            </a:r>
            <a:endParaRPr lang="en-US" sz="2400" b="1" dirty="0">
              <a:solidFill>
                <a:schemeClr val="lt1"/>
              </a:solidFill>
              <a:latin typeface="+mn-lt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-9" t="-1440" r="15266" b="2421"/>
          <a:stretch>
            <a:fillRect/>
          </a:stretch>
        </p:blipFill>
        <p:spPr>
          <a:xfrm>
            <a:off x="578485" y="4017010"/>
            <a:ext cx="5664835" cy="1921510"/>
          </a:xfrm>
          <a:prstGeom prst="snip2Diag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766435" y="4962525"/>
            <a:ext cx="855554" cy="8555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lt1"/>
                </a:solidFill>
                <a:latin typeface="+mn-lt"/>
                <a:sym typeface="+mn-lt"/>
              </a:rPr>
              <a:t>02</a:t>
            </a:r>
            <a:endParaRPr lang="en-US" sz="2400" b="1" dirty="0">
              <a:solidFill>
                <a:schemeClr val="lt1"/>
              </a:solidFill>
              <a:latin typeface="+mn-lt"/>
              <a:sym typeface="+mn-lt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Visual Data Feedback</a:t>
            </a:r>
            <a:endParaRPr lang="en-US" dirty="0">
              <a:cs typeface="+mn-ea"/>
              <a:sym typeface="+mn-ea"/>
            </a:endParaRPr>
          </a:p>
        </p:txBody>
      </p:sp>
      <p:pic>
        <p:nvPicPr>
          <p:cNvPr id="15" name="图片 3" descr="/data/temp/411199b5-5840-4c80-8ee4-c2f4d29fef09/dfb16f8b-28e9-11f1-866e-bacf6a92d5a3.pngdfb16f8b-28e9-11f1-866e-bacf6a92d5a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2642" t="1772" r="17834" b="-1772"/>
          <a:stretch>
            <a:fillRect/>
          </a:stretch>
        </p:blipFill>
        <p:spPr>
          <a:xfrm>
            <a:off x="1148080" y="1822451"/>
            <a:ext cx="4533686" cy="2186312"/>
          </a:xfrm>
          <a:prstGeom prst="roundRect">
            <a:avLst>
              <a:gd name="adj" fmla="val 0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" name="矩形 5"/>
          <p:cNvSpPr/>
          <p:nvPr>
            <p:custDataLst>
              <p:tags r:id="rId4"/>
            </p:custDataLst>
          </p:nvPr>
        </p:nvSpPr>
        <p:spPr>
          <a:xfrm>
            <a:off x="1146175" y="4157981"/>
            <a:ext cx="4533686" cy="514350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+mj-lt"/>
                <a:sym typeface="+mn-ea"/>
              </a:rPr>
              <a:t>Progress bars for task completion and budget usage</a:t>
            </a:r>
            <a:endParaRPr lang="en-US" altLang="en-US" sz="2000" b="1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8" name="直接连接符 1"/>
          <p:cNvCxnSpPr/>
          <p:nvPr>
            <p:custDataLst>
              <p:tags r:id="rId5"/>
            </p:custDataLst>
          </p:nvPr>
        </p:nvCxnSpPr>
        <p:spPr>
          <a:xfrm>
            <a:off x="3145791" y="4860291"/>
            <a:ext cx="53822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4" descr="/data/temp/411199b5-5840-4c80-8ee4-c2f4d29fef09/dfb17032-28e9-11f1-866e-bacf6a92d5a3.pngdfb17032-28e9-11f1-866e-bacf6a92d5a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7740" t="-29" r="1820" b="29"/>
          <a:stretch>
            <a:fillRect/>
          </a:stretch>
        </p:blipFill>
        <p:spPr>
          <a:xfrm>
            <a:off x="6470651" y="1819275"/>
            <a:ext cx="4575370" cy="2188416"/>
          </a:xfrm>
          <a:prstGeom prst="roundRect">
            <a:avLst>
              <a:gd name="adj" fmla="val 0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2" name="矩形 10"/>
          <p:cNvSpPr/>
          <p:nvPr>
            <p:custDataLst>
              <p:tags r:id="rId8"/>
            </p:custDataLst>
          </p:nvPr>
        </p:nvSpPr>
        <p:spPr>
          <a:xfrm>
            <a:off x="6495416" y="4157346"/>
            <a:ext cx="4532400" cy="5143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8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accent2"/>
                </a:solidFill>
                <a:latin typeface="+mj-lt"/>
                <a:sym typeface="+mn-ea"/>
              </a:rPr>
              <a:t>Notifies You of Outstanding Balance</a:t>
            </a:r>
            <a:endParaRPr lang="en-US" sz="2400" b="1">
              <a:solidFill>
                <a:schemeClr val="accent2"/>
              </a:solidFill>
              <a:latin typeface="+mj-lt"/>
              <a:sym typeface="+mn-ea"/>
            </a:endParaRPr>
          </a:p>
        </p:txBody>
      </p:sp>
      <p:cxnSp>
        <p:nvCxnSpPr>
          <p:cNvPr id="23" name="直接连接符 4"/>
          <p:cNvCxnSpPr/>
          <p:nvPr>
            <p:custDataLst>
              <p:tags r:id="rId9"/>
            </p:custDataLst>
          </p:nvPr>
        </p:nvCxnSpPr>
        <p:spPr>
          <a:xfrm>
            <a:off x="8492491" y="4859656"/>
            <a:ext cx="538223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Calculator Utility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9" name="矩形: 圆角 2"/>
          <p:cNvSpPr/>
          <p:nvPr>
            <p:custDataLst>
              <p:tags r:id="rId2"/>
            </p:custDataLst>
          </p:nvPr>
        </p:nvSpPr>
        <p:spPr>
          <a:xfrm>
            <a:off x="1576070" y="2916238"/>
            <a:ext cx="3735070" cy="2371725"/>
          </a:xfrm>
          <a:prstGeom prst="roundRect">
            <a:avLst>
              <a:gd name="adj" fmla="val 57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 descr="/data/temp/02d6783d-0c2a-489b-aab8-a917241fbaf9/7e90d582-28ea-11f1-866e-bacf6a92d5a3.png7e90d582-28ea-11f1-866e-bacf6a92d5a3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 l="222" t="-27" r="40776" b="27"/>
          <a:stretch>
            <a:fillRect/>
          </a:stretch>
        </p:blipFill>
        <p:spPr>
          <a:xfrm>
            <a:off x="2141855" y="1757363"/>
            <a:ext cx="2603456" cy="2350545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12" name="矩形 5"/>
          <p:cNvSpPr/>
          <p:nvPr>
            <p:custDataLst>
              <p:tags r:id="rId5"/>
            </p:custDataLst>
          </p:nvPr>
        </p:nvSpPr>
        <p:spPr>
          <a:xfrm>
            <a:off x="1541145" y="4195128"/>
            <a:ext cx="3803650" cy="9626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sz="2400" b="1" dirty="0">
                <a:solidFill>
                  <a:srgbClr val="FFFFFF"/>
                </a:solidFill>
                <a:latin typeface="+mj-lt"/>
              </a:rPr>
              <a:t>Good Error Handling</a:t>
            </a:r>
            <a:endParaRPr kumimoji="1" lang="en-US" sz="2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矩形: 圆角 1"/>
          <p:cNvSpPr/>
          <p:nvPr>
            <p:custDataLst>
              <p:tags r:id="rId6"/>
            </p:custDataLst>
          </p:nvPr>
        </p:nvSpPr>
        <p:spPr>
          <a:xfrm>
            <a:off x="6881495" y="2916238"/>
            <a:ext cx="3735070" cy="2371725"/>
          </a:xfrm>
          <a:prstGeom prst="roundRect">
            <a:avLst>
              <a:gd name="adj" fmla="val 57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7" name="图片 16" descr="/data/temp/02d6783d-0c2a-489b-aab8-a917241fbaf9/7e90d63a-28ea-11f1-866e-bacf6a92d5a3.png7e90d63a-28ea-11f1-866e-bacf6a92d5a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0" b="32276"/>
          <a:stretch>
            <a:fillRect/>
          </a:stretch>
        </p:blipFill>
        <p:spPr>
          <a:xfrm>
            <a:off x="7447280" y="1757998"/>
            <a:ext cx="2603456" cy="2350545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2"/>
            </a:solidFill>
          </a:ln>
        </p:spPr>
      </p:pic>
      <p:sp>
        <p:nvSpPr>
          <p:cNvPr id="15" name="矩形 7"/>
          <p:cNvSpPr/>
          <p:nvPr>
            <p:custDataLst>
              <p:tags r:id="rId9"/>
            </p:custDataLst>
          </p:nvPr>
        </p:nvSpPr>
        <p:spPr>
          <a:xfrm>
            <a:off x="6847205" y="4195128"/>
            <a:ext cx="3803650" cy="9626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sz="2400" b="1">
                <a:solidFill>
                  <a:srgbClr val="FFFFFF"/>
                </a:solidFill>
                <a:latin typeface="+mj-lt"/>
              </a:rPr>
              <a:t>Basic Arithmatic Operations</a:t>
            </a:r>
            <a:endParaRPr kumimoji="1" lang="en-US" sz="2400" b="1">
              <a:solidFill>
                <a:srgbClr val="FFFFFF"/>
              </a:solidFill>
              <a:latin typeface="+mj-lt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Title 1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Front-End Development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0" name="对象6"/>
          <p:cNvSpPr/>
          <p:nvPr>
            <p:custDataLst>
              <p:tags r:id="rId2"/>
            </p:custDataLst>
          </p:nvPr>
        </p:nvSpPr>
        <p:spPr>
          <a:xfrm>
            <a:off x="688976" y="2149158"/>
            <a:ext cx="4086040" cy="4048800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1">
              <a:lumMod val="30000"/>
              <a:lumOff val="70000"/>
              <a:alpha val="30000"/>
            </a:schemeClr>
          </a:solidFill>
        </p:spPr>
        <p:txBody>
          <a:bodyPr lIns="0" tIns="0" rIns="0" bIns="0">
            <a:noAutofit/>
          </a:bodyPr>
          <a:p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对象1"/>
          <p:cNvSpPr/>
          <p:nvPr>
            <p:custDataLst>
              <p:tags r:id="rId3"/>
            </p:custDataLst>
          </p:nvPr>
        </p:nvSpPr>
        <p:spPr>
          <a:xfrm>
            <a:off x="5177791" y="3593783"/>
            <a:ext cx="6325344" cy="1143000"/>
          </a:xfrm>
          <a:custGeom>
            <a:avLst/>
            <a:gdLst/>
            <a:ahLst/>
            <a:cxnLst/>
            <a:rect l="l" t="t" r="r" b="b"/>
            <a:pathLst>
              <a:path w="6409944" h="1143000">
                <a:moveTo>
                  <a:pt x="9144" y="1143000"/>
                </a:moveTo>
                <a:lnTo>
                  <a:pt x="6391656" y="1143000"/>
                </a:lnTo>
                <a:cubicBezTo>
                  <a:pt x="6400800" y="1143000"/>
                  <a:pt x="6409944" y="1133856"/>
                  <a:pt x="6409944" y="1133856"/>
                </a:cubicBezTo>
                <a:lnTo>
                  <a:pt x="6409944" y="9144"/>
                </a:lnTo>
                <a:cubicBezTo>
                  <a:pt x="6409944" y="9144"/>
                  <a:pt x="6400800" y="0"/>
                  <a:pt x="6391656" y="0"/>
                </a:cubicBezTo>
                <a:lnTo>
                  <a:pt x="9144" y="0"/>
                </a:lnTo>
                <a:cubicBezTo>
                  <a:pt x="0" y="0"/>
                  <a:pt x="0" y="9144"/>
                  <a:pt x="0" y="18288"/>
                </a:cubicBezTo>
                <a:lnTo>
                  <a:pt x="548640" y="566928"/>
                </a:lnTo>
                <a:cubicBezTo>
                  <a:pt x="548640" y="566928"/>
                  <a:pt x="548640" y="576072"/>
                  <a:pt x="548640" y="576072"/>
                </a:cubicBezTo>
                <a:lnTo>
                  <a:pt x="0" y="1124712"/>
                </a:lnTo>
                <a:cubicBezTo>
                  <a:pt x="0" y="1133856"/>
                  <a:pt x="0" y="1143000"/>
                  <a:pt x="9144" y="1143000"/>
                </a:cubicBez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2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36000" tIns="0" rIns="0" bIns="0" numCol="1" spcCol="0" rtlCol="0" fromWordArt="0" anchor="ctr" anchorCtr="0" forceAA="0" compatLnSpc="1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CSS for Layout and Design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2" name="对象2"/>
          <p:cNvSpPr/>
          <p:nvPr>
            <p:custDataLst>
              <p:tags r:id="rId4"/>
            </p:custDataLst>
          </p:nvPr>
        </p:nvSpPr>
        <p:spPr>
          <a:xfrm>
            <a:off x="3997326" y="2311718"/>
            <a:ext cx="7487791" cy="1132205"/>
          </a:xfrm>
          <a:custGeom>
            <a:avLst/>
            <a:gdLst>
              <a:gd name="connsiteX0" fmla="*/ 1722 w 11918"/>
              <a:gd name="connsiteY0" fmla="*/ 1783 h 1783"/>
              <a:gd name="connsiteX1" fmla="*/ 1665 w 11918"/>
              <a:gd name="connsiteY1" fmla="*/ 1754 h 1783"/>
              <a:gd name="connsiteX2" fmla="*/ 1636 w 11918"/>
              <a:gd name="connsiteY2" fmla="*/ 1740 h 1783"/>
              <a:gd name="connsiteX3" fmla="*/ 9 w 11918"/>
              <a:gd name="connsiteY3" fmla="*/ 127 h 1783"/>
              <a:gd name="connsiteX4" fmla="*/ 253 w 11918"/>
              <a:gd name="connsiteY4" fmla="*/ 8 h 1783"/>
              <a:gd name="connsiteX5" fmla="*/ 11810 w 11918"/>
              <a:gd name="connsiteY5" fmla="*/ 0 h 1783"/>
              <a:gd name="connsiteX6" fmla="*/ 11918 w 11918"/>
              <a:gd name="connsiteY6" fmla="*/ 69 h 1783"/>
              <a:gd name="connsiteX7" fmla="*/ 11918 w 11918"/>
              <a:gd name="connsiteY7" fmla="*/ 1697 h 1783"/>
              <a:gd name="connsiteX8" fmla="*/ 11831 w 11918"/>
              <a:gd name="connsiteY8" fmla="*/ 1783 h 1783"/>
              <a:gd name="connsiteX9" fmla="*/ 1722 w 11918"/>
              <a:gd name="connsiteY9" fmla="*/ 1783 h 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18" h="1783">
                <a:moveTo>
                  <a:pt x="1722" y="1783"/>
                </a:moveTo>
                <a:cubicBezTo>
                  <a:pt x="1694" y="1783"/>
                  <a:pt x="1679" y="1769"/>
                  <a:pt x="1665" y="1754"/>
                </a:cubicBezTo>
                <a:cubicBezTo>
                  <a:pt x="1650" y="1754"/>
                  <a:pt x="1650" y="1740"/>
                  <a:pt x="1636" y="1740"/>
                </a:cubicBezTo>
                <a:lnTo>
                  <a:pt x="9" y="127"/>
                </a:lnTo>
                <a:cubicBezTo>
                  <a:pt x="-49" y="69"/>
                  <a:pt x="181" y="8"/>
                  <a:pt x="253" y="8"/>
                </a:cubicBezTo>
                <a:lnTo>
                  <a:pt x="11810" y="0"/>
                </a:lnTo>
                <a:cubicBezTo>
                  <a:pt x="11897" y="28"/>
                  <a:pt x="11918" y="12"/>
                  <a:pt x="11918" y="69"/>
                </a:cubicBezTo>
                <a:lnTo>
                  <a:pt x="11918" y="1697"/>
                </a:lnTo>
                <a:cubicBezTo>
                  <a:pt x="11918" y="1754"/>
                  <a:pt x="11874" y="1783"/>
                  <a:pt x="11831" y="1783"/>
                </a:cubicBezTo>
                <a:lnTo>
                  <a:pt x="1722" y="1783"/>
                </a:lnTo>
              </a:path>
            </a:pathLst>
          </a:custGeom>
          <a:noFill/>
          <a:ln w="12700"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000">
                  <a:schemeClr val="accent1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24000" tIns="0" rIns="0" bIns="0" numCol="1" spcCol="0" rtlCol="0" fromWordArt="0" anchor="ctr" anchorCtr="0" forceAA="0" compatLnSpc="1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HTML for Structure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3" name="对象3"/>
          <p:cNvSpPr/>
          <p:nvPr>
            <p:custDataLst>
              <p:tags r:id="rId5"/>
            </p:custDataLst>
          </p:nvPr>
        </p:nvSpPr>
        <p:spPr>
          <a:xfrm>
            <a:off x="3984626" y="4886643"/>
            <a:ext cx="7487791" cy="1143000"/>
          </a:xfrm>
          <a:custGeom>
            <a:avLst/>
            <a:gdLst/>
            <a:ahLst/>
            <a:cxnLst/>
            <a:rect l="l" t="t" r="r" b="b"/>
            <a:pathLst>
              <a:path w="7580376" h="1143000">
                <a:moveTo>
                  <a:pt x="1106424" y="0"/>
                </a:moveTo>
                <a:cubicBezTo>
                  <a:pt x="1088136" y="0"/>
                  <a:pt x="1078992" y="9144"/>
                  <a:pt x="1069848" y="18288"/>
                </a:cubicBezTo>
                <a:cubicBezTo>
                  <a:pt x="1060704" y="18288"/>
                  <a:pt x="1060704" y="27432"/>
                  <a:pt x="1051560" y="27432"/>
                </a:cubicBezTo>
                <a:lnTo>
                  <a:pt x="18288" y="1051560"/>
                </a:lnTo>
                <a:cubicBezTo>
                  <a:pt x="-18288" y="1088136"/>
                  <a:pt x="9144" y="1143000"/>
                  <a:pt x="54864" y="1143000"/>
                </a:cubicBezTo>
                <a:lnTo>
                  <a:pt x="7525512" y="1143000"/>
                </a:lnTo>
                <a:cubicBezTo>
                  <a:pt x="7552944" y="1143000"/>
                  <a:pt x="7580376" y="1124712"/>
                  <a:pt x="7580376" y="1088136"/>
                </a:cubicBezTo>
                <a:lnTo>
                  <a:pt x="7580376" y="54864"/>
                </a:lnTo>
                <a:cubicBezTo>
                  <a:pt x="7580376" y="18288"/>
                  <a:pt x="7552944" y="0"/>
                  <a:pt x="7525512" y="0"/>
                </a:cubicBezTo>
                <a:lnTo>
                  <a:pt x="1106424" y="0"/>
                </a:lnTo>
              </a:path>
            </a:pathLst>
          </a:custGeom>
          <a:noFill/>
          <a:ln w="12700"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000">
                  <a:schemeClr val="accent1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24000" tIns="0" rIns="0" bIns="0" numCol="1" spcCol="0" rtlCol="0" fromWordArt="0" anchor="ctr" anchorCtr="0" forceAA="0" compatLnSpc="1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Javascript for Interactivity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4" name="对象5"/>
          <p:cNvSpPr/>
          <p:nvPr>
            <p:custDataLst>
              <p:tags r:id="rId6"/>
            </p:custDataLst>
          </p:nvPr>
        </p:nvSpPr>
        <p:spPr>
          <a:xfrm>
            <a:off x="3974466" y="197199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01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25" name="对象6"/>
          <p:cNvSpPr/>
          <p:nvPr>
            <p:custDataLst>
              <p:tags r:id="rId7"/>
            </p:custDataLst>
          </p:nvPr>
        </p:nvSpPr>
        <p:spPr>
          <a:xfrm>
            <a:off x="4999991" y="381031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02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26" name="对象7"/>
          <p:cNvSpPr/>
          <p:nvPr>
            <p:custDataLst>
              <p:tags r:id="rId8"/>
            </p:custDataLst>
          </p:nvPr>
        </p:nvSpPr>
        <p:spPr>
          <a:xfrm>
            <a:off x="3974466" y="564356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03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27" name="对象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37921" y="2606993"/>
            <a:ext cx="3188409" cy="3132620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</p:spPr>
        <p:txBody>
          <a:bodyPr wrap="square" lIns="360000" tIns="0" rIns="360000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700" b="1" dirty="0">
                <a:solidFill>
                  <a:schemeClr val="accent1"/>
                </a:solidFill>
                <a:latin typeface="+mj-lt"/>
                <a:sym typeface="+mn-ea"/>
              </a:rPr>
              <a:t>Web</a:t>
            </a:r>
            <a:endParaRPr lang="en-US" sz="2700" b="1" dirty="0">
              <a:solidFill>
                <a:schemeClr val="accent1"/>
              </a:solidFill>
              <a:latin typeface="+mj-lt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700" b="1" dirty="0">
                <a:solidFill>
                  <a:schemeClr val="accent1"/>
                </a:solidFill>
                <a:latin typeface="+mj-lt"/>
                <a:sym typeface="+mn-ea"/>
              </a:rPr>
              <a:t>Development</a:t>
            </a:r>
            <a:endParaRPr lang="en-US" sz="2700" b="1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Software Development Lifecycle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6" name="泪滴形 35"/>
          <p:cNvSpPr/>
          <p:nvPr>
            <p:custDataLst>
              <p:tags r:id="rId3"/>
            </p:custDataLst>
          </p:nvPr>
        </p:nvSpPr>
        <p:spPr>
          <a:xfrm flipH="1" flipV="1">
            <a:off x="6198235" y="2564448"/>
            <a:ext cx="1560195" cy="1560830"/>
          </a:xfrm>
          <a:prstGeom prst="teardrop">
            <a:avLst/>
          </a:pr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2700000" algn="tl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dk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泪滴形 48"/>
          <p:cNvSpPr/>
          <p:nvPr>
            <p:custDataLst>
              <p:tags r:id="rId4"/>
            </p:custDataLst>
          </p:nvPr>
        </p:nvSpPr>
        <p:spPr>
          <a:xfrm flipH="1">
            <a:off x="6198235" y="4299903"/>
            <a:ext cx="1560195" cy="1561465"/>
          </a:xfrm>
          <a:prstGeom prst="teardrop">
            <a:avLst/>
          </a:pr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2700000" algn="tl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dk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泪滴形 71"/>
          <p:cNvSpPr/>
          <p:nvPr>
            <p:custDataLst>
              <p:tags r:id="rId5"/>
            </p:custDataLst>
          </p:nvPr>
        </p:nvSpPr>
        <p:spPr>
          <a:xfrm>
            <a:off x="4431665" y="4304348"/>
            <a:ext cx="1560830" cy="1561465"/>
          </a:xfrm>
          <a:prstGeom prst="teardrop">
            <a:avLst/>
          </a:pr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dk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泪滴形 76"/>
          <p:cNvSpPr/>
          <p:nvPr>
            <p:custDataLst>
              <p:tags r:id="rId6"/>
            </p:custDataLst>
          </p:nvPr>
        </p:nvSpPr>
        <p:spPr>
          <a:xfrm flipV="1">
            <a:off x="4430395" y="2563813"/>
            <a:ext cx="1560195" cy="1560830"/>
          </a:xfrm>
          <a:prstGeom prst="teardrop">
            <a:avLst/>
          </a:prstGeom>
          <a:gradFill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80000"/>
                  <a:lumOff val="20000"/>
                  <a:alpha val="100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dk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图片 3" descr="343439383331313b343532303032303bb8f6c8cbd0c5cfa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2750" y="4865053"/>
            <a:ext cx="431800" cy="431800"/>
          </a:xfrm>
          <a:prstGeom prst="rect">
            <a:avLst/>
          </a:prstGeom>
          <a:effectLst>
            <a:outerShdw blurRad="762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</p:pic>
      <p:pic>
        <p:nvPicPr>
          <p:cNvPr id="9" name="图片 8" descr="343439383331313b343532303032333bc6f3d2b5bcf2bd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62750" y="3128963"/>
            <a:ext cx="431800" cy="431800"/>
          </a:xfrm>
          <a:prstGeom prst="rect">
            <a:avLst/>
          </a:prstGeom>
          <a:effectLst>
            <a:outerShdw blurRad="762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</p:pic>
      <p:pic>
        <p:nvPicPr>
          <p:cNvPr id="11" name="图片 10" descr="343439383331313b343532303033323bd3a6d3c3b9dcc0e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96180" y="4869498"/>
            <a:ext cx="431800" cy="431800"/>
          </a:xfrm>
          <a:prstGeom prst="rect">
            <a:avLst/>
          </a:prstGeom>
          <a:effectLst>
            <a:outerShdw blurRad="76200" dist="38100" dir="8100000" algn="tr" rotWithShape="0">
              <a:schemeClr val="accent1">
                <a:lumMod val="75000"/>
                <a:alpha val="40000"/>
              </a:schemeClr>
            </a:outerShdw>
          </a:effectLst>
        </p:spPr>
      </p:pic>
      <p:pic>
        <p:nvPicPr>
          <p:cNvPr id="12" name="图片 11" descr="343439383331313b343532303031393bd2b5bca8b9dcc0ed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94910" y="3128328"/>
            <a:ext cx="431800" cy="431800"/>
          </a:xfrm>
          <a:prstGeom prst="rect">
            <a:avLst/>
          </a:prstGeom>
          <a:effectLst>
            <a:outerShdw blurRad="76200" dist="38100" dir="8100000" algn="tr" rotWithShape="0">
              <a:schemeClr val="accent1">
                <a:lumMod val="75000"/>
                <a:alpha val="40000"/>
              </a:schemeClr>
            </a:outerShdw>
          </a:effectLst>
        </p:spPr>
      </p:pic>
      <p:sp>
        <p:nvSpPr>
          <p:cNvPr id="7" name="矩形 2"/>
          <p:cNvSpPr/>
          <p:nvPr>
            <p:custDataLst>
              <p:tags r:id="rId19"/>
            </p:custDataLst>
          </p:nvPr>
        </p:nvSpPr>
        <p:spPr>
          <a:xfrm>
            <a:off x="1411605" y="3055938"/>
            <a:ext cx="2667635" cy="10712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Features Planned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矩形 4"/>
          <p:cNvSpPr/>
          <p:nvPr>
            <p:custDataLst>
              <p:tags r:id="rId20"/>
            </p:custDataLst>
          </p:nvPr>
        </p:nvSpPr>
        <p:spPr>
          <a:xfrm>
            <a:off x="1411605" y="2171383"/>
            <a:ext cx="2667635" cy="83883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Planning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矩形 5"/>
          <p:cNvSpPr/>
          <p:nvPr>
            <p:custDataLst>
              <p:tags r:id="rId21"/>
            </p:custDataLst>
          </p:nvPr>
        </p:nvSpPr>
        <p:spPr>
          <a:xfrm>
            <a:off x="8113395" y="3055938"/>
            <a:ext cx="2667000" cy="10712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Tests Done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13" name="矩形 6"/>
          <p:cNvSpPr/>
          <p:nvPr>
            <p:custDataLst>
              <p:tags r:id="rId22"/>
            </p:custDataLst>
          </p:nvPr>
        </p:nvSpPr>
        <p:spPr>
          <a:xfrm>
            <a:off x="8113395" y="2171383"/>
            <a:ext cx="2667000" cy="83883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2"/>
                </a:solidFill>
                <a:latin typeface="+mj-lt"/>
              </a:rPr>
              <a:t>Testing</a:t>
            </a:r>
            <a:endParaRPr lang="en-US" sz="2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4" name="矩形 7"/>
          <p:cNvSpPr/>
          <p:nvPr>
            <p:custDataLst>
              <p:tags r:id="rId23"/>
            </p:custDataLst>
          </p:nvPr>
        </p:nvSpPr>
        <p:spPr>
          <a:xfrm>
            <a:off x="8113395" y="5105083"/>
            <a:ext cx="2667000" cy="10712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Overall...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15" name="矩形 9"/>
          <p:cNvSpPr/>
          <p:nvPr>
            <p:custDataLst>
              <p:tags r:id="rId24"/>
            </p:custDataLst>
          </p:nvPr>
        </p:nvSpPr>
        <p:spPr>
          <a:xfrm>
            <a:off x="8113395" y="4220528"/>
            <a:ext cx="2667000" cy="83883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2"/>
                </a:solidFill>
                <a:latin typeface="+mj-lt"/>
              </a:rPr>
              <a:t>Reflection</a:t>
            </a:r>
            <a:endParaRPr lang="en-US" sz="2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6" name="矩形 12"/>
          <p:cNvSpPr/>
          <p:nvPr>
            <p:custDataLst>
              <p:tags r:id="rId25"/>
            </p:custDataLst>
          </p:nvPr>
        </p:nvSpPr>
        <p:spPr>
          <a:xfrm>
            <a:off x="1411605" y="5105083"/>
            <a:ext cx="2667635" cy="10712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Ways of Achive it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17" name="矩形 13"/>
          <p:cNvSpPr/>
          <p:nvPr>
            <p:custDataLst>
              <p:tags r:id="rId26"/>
            </p:custDataLst>
          </p:nvPr>
        </p:nvSpPr>
        <p:spPr>
          <a:xfrm>
            <a:off x="1411605" y="4220528"/>
            <a:ext cx="2667635" cy="83883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Implementation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</p:spTree>
    <p:custDataLst>
      <p:tags r:id="rId2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User Interface and Usability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7" name="圆角矩形 3"/>
          <p:cNvSpPr/>
          <p:nvPr>
            <p:custDataLst>
              <p:tags r:id="rId2"/>
            </p:custDataLst>
          </p:nvPr>
        </p:nvSpPr>
        <p:spPr>
          <a:xfrm>
            <a:off x="1194436" y="2032635"/>
            <a:ext cx="3227766" cy="4282504"/>
          </a:xfrm>
          <a:prstGeom prst="roundRect">
            <a:avLst>
              <a:gd name="adj" fmla="val 5500"/>
            </a:avLst>
          </a:prstGeom>
          <a:gradFill flip="none" rotWithShape="1"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90000"/>
                  <a:alpha val="100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000">
              <a:solidFill>
                <a:schemeClr val="lt1"/>
              </a:solidFill>
              <a:latin typeface="+mn-lt"/>
            </a:endParaRPr>
          </a:p>
        </p:txBody>
      </p:sp>
      <p:sp>
        <p:nvSpPr>
          <p:cNvPr id="6" name="矩形 1"/>
          <p:cNvSpPr/>
          <p:nvPr>
            <p:custDataLst>
              <p:tags r:id="rId3"/>
            </p:custDataLst>
          </p:nvPr>
        </p:nvSpPr>
        <p:spPr>
          <a:xfrm>
            <a:off x="1627505" y="4330065"/>
            <a:ext cx="2361120" cy="1780952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Looks simple</a:t>
            </a:r>
            <a:endParaRPr lang="en-US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8" name="矩形 3"/>
          <p:cNvSpPr/>
          <p:nvPr>
            <p:custDataLst>
              <p:tags r:id="rId4"/>
            </p:custDataLst>
          </p:nvPr>
        </p:nvSpPr>
        <p:spPr>
          <a:xfrm>
            <a:off x="1627505" y="3416935"/>
            <a:ext cx="2361120" cy="80390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lt1">
                    <a:lumMod val="100000"/>
                  </a:schemeClr>
                </a:solidFill>
                <a:latin typeface="+mj-lt"/>
              </a:rPr>
              <a:t>Clean Layout</a:t>
            </a:r>
            <a:endParaRPr lang="en-US" sz="2400" b="1" dirty="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cxnSp>
        <p:nvCxnSpPr>
          <p:cNvPr id="9" name="直接连接符 5"/>
          <p:cNvCxnSpPr/>
          <p:nvPr>
            <p:custDataLst>
              <p:tags r:id="rId5"/>
            </p:custDataLst>
          </p:nvPr>
        </p:nvCxnSpPr>
        <p:spPr>
          <a:xfrm>
            <a:off x="1627505" y="3338195"/>
            <a:ext cx="261777" cy="1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8"/>
          <p:cNvSpPr/>
          <p:nvPr>
            <p:custDataLst>
              <p:tags r:id="rId6"/>
            </p:custDataLst>
          </p:nvPr>
        </p:nvSpPr>
        <p:spPr>
          <a:xfrm>
            <a:off x="3224530" y="2350135"/>
            <a:ext cx="816004" cy="62055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01</a:t>
            </a:r>
            <a:endParaRPr lang="en-US" sz="3600" b="1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1" name="圆角矩形 9"/>
          <p:cNvSpPr/>
          <p:nvPr>
            <p:custDataLst>
              <p:tags r:id="rId7"/>
            </p:custDataLst>
          </p:nvPr>
        </p:nvSpPr>
        <p:spPr>
          <a:xfrm>
            <a:off x="4972686" y="2360930"/>
            <a:ext cx="2736622" cy="362503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6533516" y="2609215"/>
            <a:ext cx="816004" cy="54301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BFBFBF"/>
                </a:solidFill>
                <a:latin typeface="+mn-lt"/>
              </a:rPr>
              <a:t>02</a:t>
            </a:r>
            <a:endParaRPr lang="en-US" sz="2800" dirty="0">
              <a:solidFill>
                <a:srgbClr val="BFBFBF"/>
              </a:solidFill>
              <a:latin typeface="+mn-lt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9"/>
            </p:custDataLst>
          </p:nvPr>
        </p:nvCxnSpPr>
        <p:spPr>
          <a:xfrm>
            <a:off x="5328921" y="3145155"/>
            <a:ext cx="261777" cy="1"/>
          </a:xfrm>
          <a:prstGeom prst="line">
            <a:avLst/>
          </a:prstGeom>
          <a:ln w="2857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5328921" y="3947160"/>
            <a:ext cx="2024382" cy="1885109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</a:rPr>
              <a:t>Clear and consise</a:t>
            </a:r>
            <a:endParaRPr lang="en-US" sz="1600" dirty="0">
              <a:solidFill>
                <a:schemeClr val="dk1">
                  <a:lumMod val="80000"/>
                  <a:lumOff val="20000"/>
                </a:schemeClr>
              </a:solidFill>
              <a:latin typeface="+mn-lt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5328921" y="3354705"/>
            <a:ext cx="2024382" cy="51218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2"/>
                </a:solidFill>
                <a:latin typeface="+mj-lt"/>
              </a:rPr>
              <a:t>Clear Sections</a:t>
            </a:r>
            <a:endParaRPr lang="en-US" sz="2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圆角矩形 9"/>
          <p:cNvSpPr/>
          <p:nvPr>
            <p:custDataLst>
              <p:tags r:id="rId12"/>
            </p:custDataLst>
          </p:nvPr>
        </p:nvSpPr>
        <p:spPr>
          <a:xfrm>
            <a:off x="8260081" y="2360930"/>
            <a:ext cx="2736622" cy="362503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矩形 16"/>
          <p:cNvSpPr/>
          <p:nvPr>
            <p:custDataLst>
              <p:tags r:id="rId13"/>
            </p:custDataLst>
          </p:nvPr>
        </p:nvSpPr>
        <p:spPr>
          <a:xfrm>
            <a:off x="9824086" y="2609215"/>
            <a:ext cx="816004" cy="54301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BFBFBF"/>
                </a:solidFill>
                <a:latin typeface="+mn-lt"/>
              </a:rPr>
              <a:t>03</a:t>
            </a:r>
            <a:endParaRPr lang="en-US" sz="2800">
              <a:solidFill>
                <a:srgbClr val="BFBFBF"/>
              </a:solidFill>
              <a:latin typeface="+mn-lt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14"/>
            </p:custDataLst>
          </p:nvPr>
        </p:nvCxnSpPr>
        <p:spPr>
          <a:xfrm>
            <a:off x="8615681" y="3145155"/>
            <a:ext cx="261777" cy="1"/>
          </a:xfrm>
          <a:prstGeom prst="line">
            <a:avLst/>
          </a:prstGeom>
          <a:ln w="2857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5"/>
            </p:custDataLst>
          </p:nvPr>
        </p:nvSpPr>
        <p:spPr>
          <a:xfrm>
            <a:off x="8615681" y="3947160"/>
            <a:ext cx="2024382" cy="1885109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</a:rPr>
              <a:t>Simple Buttons</a:t>
            </a:r>
            <a:endParaRPr lang="en-US" sz="1600" dirty="0">
              <a:solidFill>
                <a:schemeClr val="dk1">
                  <a:lumMod val="80000"/>
                  <a:lumOff val="20000"/>
                </a:schemeClr>
              </a:solidFill>
              <a:latin typeface="+mn-lt"/>
            </a:endParaRPr>
          </a:p>
        </p:txBody>
      </p: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8615681" y="3354705"/>
            <a:ext cx="2024382" cy="51218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j-lt"/>
              </a:rPr>
              <a:t>Easy Interaction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" name="Picture 21" descr="favicon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92175" y="5120640"/>
            <a:ext cx="1408430" cy="1408430"/>
          </a:xfrm>
          <a:prstGeom prst="rect">
            <a:avLst/>
          </a:prstGeom>
        </p:spPr>
      </p:pic>
      <p:sp>
        <p:nvSpPr>
          <p:cNvPr id="23" name="文本占位符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13585" y="3594224"/>
            <a:ext cx="10043122" cy="579632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sz="2400">
                <a:solidFill>
                  <a:schemeClr val="accent1"/>
                </a:solidFill>
              </a:rPr>
              <a:t>OrganiseMe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9" name="标题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838835" y="212725"/>
            <a:ext cx="10514965" cy="2973070"/>
          </a:xfrm>
        </p:spPr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t>Thank you</a:t>
            </a: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06"/>
  <p:tag name="KSO_WM_TEMPLATE_CATEGORY" val="custom"/>
</p:tagLst>
</file>

<file path=ppt/tags/tag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06"/>
  <p:tag name="KSO_WM_TEMPLATE_CATEGORY" val="custom"/>
</p:tagLst>
</file>

<file path=ppt/tags/tag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06"/>
  <p:tag name="KSO_WM_TEMPLATE_CATEGORY" val="custom"/>
</p:tagLst>
</file>

<file path=ppt/tags/tag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6d122b5c8b199b78f5910fe18c91174d9e1a4f3"/>
  <p:tag name="KSO_WM_NEWLAYOUT_ID" val="1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8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90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1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title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7990_1*b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subtitle"/>
</p:tagLst>
</file>

<file path=ppt/tags/tag99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署名占位符"/>
</p:tagLst>
</file>

<file path=ppt/tags/tag100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01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799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90"/>
  <p:tag name="KSO_WM_SLIDE_LAYOUT" val="a_b_f"/>
  <p:tag name="KSO_WM_SLIDE_LAYOUT_CNT" val="1_1_2"/>
  <p:tag name="KSO_WM_SLIDE_THEME_ID" val="3312678"/>
  <p:tag name="KSO_WM_SLIDE_THEME_NAME" val="Red Minimalist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7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title here"/>
</p:tagLst>
</file>

<file path=ppt/tags/tag103.xml><?xml version="1.0" encoding="utf-8"?>
<p:tagLst xmlns:p="http://schemas.openxmlformats.org/presentationml/2006/main">
  <p:tag name="KSO_WM_SPECIAL_SOURCE" val="bdnull"/>
  <p:tag name="KSO_WM_SLIDE_ID" val="custom2023799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7990"/>
  <p:tag name="KSO_WM_SLIDE_LAYOUT" val="a_e"/>
  <p:tag name="KSO_WM_SLIDE_LAYOUT_CNT" val="1_1"/>
  <p:tag name="KSO_WM_SLIDE_THEME_ID" val="3312678"/>
  <p:tag name="KSO_WM_SLIDE_THEME_NAME" val="Red Minimalist"/>
</p:tagLst>
</file>

<file path=ppt/tags/tag104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05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06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2*a*1"/>
</p:tagLst>
</file>

<file path=ppt/tags/tag108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88.25003937007875,&quot;left&quot;:59.25,&quot;top&quot;:134.525,&quot;width&quot;:841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9.xml><?xml version="1.0" encoding="utf-8"?>
<p:tagLst xmlns:p="http://schemas.openxmlformats.org/presentationml/2006/main">
  <p:tag name="KSO_WM_UNIT_TEXT_FILL_FORE_SCHEMECOLOR_INDEX_BRIGHTNESS" val="0.15"/>
  <p:tag name="KSO_WM_UNIT_FILL_TYPE" val="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VIRTUALLY_FRAME" val="{&quot;height&quot;:388.25003937007875,&quot;left&quot;:59.25,&quot;top&quot;:134.525,&quot;width&quot;:841.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5},{&quot;brightness&quot;:0,&quot;colorType&quot;:1,&quot;foreColorIndex&quot;:5,&quot;pos&quot;:0.949999988079071,&quot;transparency&quot;:1},{&quot;brightness&quot;:0,&quot;colorType&quot;:1,&quot;foreColorIndex&quot;:5,&quot;pos&quot;:0.05000000074505806,&quot;transparency&quot;:1},{&quot;brightness&quot;:0,&quot;colorType&quot;:1,&quot;foreColorIndex&quot;:5,&quot;pos&quot;:1,&quot;transparency&quot;:0.5}],&quot;type&quot;:2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Title"/>
  <p:tag name="KSO_WM_UNIT_TEXT_FILL_FORE_SCHEMECOLOR_INDEX" val="3"/>
  <p:tag name="KSO_WM_UNIT_TEXT_FILL_TYPE" val="3"/>
  <p:tag name="KSO_WM_DIAGRAM_USE_COLOR_VALUE" val="{&quot;color_scheme&quot;:1,&quot;color_type&quot;:1,&quot;theme_color_indexes&quot;:[5,6,5,6,5,6]}"/>
</p:tagLst>
</file>

<file path=ppt/tags/tag110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88.25003937007875,&quot;left&quot;:59.25,&quot;top&quot;:134.525,&quot;width&quot;:841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1.xml><?xml version="1.0" encoding="utf-8"?>
<p:tagLst xmlns:p="http://schemas.openxmlformats.org/presentationml/2006/main">
  <p:tag name="KSO_WM_UNIT_TEXT_FILL_FORE_SCHEMECOLOR_INDEX_BRIGHTNESS" val="0.15"/>
  <p:tag name="KSO_WM_UNIT_FILL_TYPE" val="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VIRTUALLY_FRAME" val="{&quot;height&quot;:388.25003937007875,&quot;left&quot;:59.25,&quot;top&quot;:134.525,&quot;width&quot;:841.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5},{&quot;brightness&quot;:0,&quot;colorType&quot;:1,&quot;foreColorIndex&quot;:5,&quot;pos&quot;:0.949999988079071,&quot;transparency&quot;:1},{&quot;brightness&quot;:0,&quot;colorType&quot;:1,&quot;foreColorIndex&quot;:5,&quot;pos&quot;:0.05000000074505806,&quot;transparency&quot;:1},{&quot;brightness&quot;:0,&quot;colorType&quot;:1,&quot;foreColorIndex&quot;:5,&quot;pos&quot;:1,&quot;transparency&quot;:0.5}],&quot;type&quot;:2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Title"/>
  <p:tag name="KSO_WM_UNIT_TEXT_FILL_FORE_SCHEMECOLOR_INDEX" val="3"/>
  <p:tag name="KSO_WM_UNIT_TEXT_FILL_TYPE" val="3"/>
  <p:tag name="KSO_WM_DIAGRAM_USE_COLOR_VALUE" val="{&quot;color_scheme&quot;:1,&quot;color_type&quot;:1,&quot;theme_color_indexes&quot;:[5,6,5,6,5,6]}"/>
</p:tagLst>
</file>

<file path=ppt/tags/tag112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88.25003937007875,&quot;left&quot;:59.25,&quot;top&quot;:134.525,&quot;width&quot;:841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3.xml><?xml version="1.0" encoding="utf-8"?>
<p:tagLst xmlns:p="http://schemas.openxmlformats.org/presentationml/2006/main">
  <p:tag name="KSO_WM_UNIT_TEXT_FILL_FORE_SCHEMECOLOR_INDEX_BRIGHTNESS" val="0.15"/>
  <p:tag name="KSO_WM_UNIT_FILL_TYPE" val="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VIRTUALLY_FRAME" val="{&quot;height&quot;:388.25003937007875,&quot;left&quot;:59.25,&quot;top&quot;:134.525,&quot;width&quot;:841.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5},{&quot;brightness&quot;:0,&quot;colorType&quot;:1,&quot;foreColorIndex&quot;:5,&quot;pos&quot;:0.949999988079071,&quot;transparency&quot;:1},{&quot;brightness&quot;:0,&quot;colorType&quot;:1,&quot;foreColorIndex&quot;:5,&quot;pos&quot;:0.05000000074505806,&quot;transparency&quot;:1},{&quot;brightness&quot;:0,&quot;colorType&quot;:1,&quot;foreColorIndex&quot;:5,&quot;pos&quot;:1,&quot;transparency&quot;:0.5}],&quot;type&quot;:2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Title"/>
  <p:tag name="KSO_WM_UNIT_TEXT_FILL_FORE_SCHEMECOLOR_INDEX" val="3"/>
  <p:tag name="KSO_WM_UNIT_TEXT_FILL_TYPE" val="3"/>
  <p:tag name="KSO_WM_DIAGRAM_USE_COLOR_VALUE" val="{&quot;color_scheme&quot;:1,&quot;color_type&quot;:1,&quot;theme_color_indexes&quot;:[5,6,5,6,5,6]}"/>
</p:tagLst>
</file>

<file path=ppt/tags/tag11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15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116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21932]}"/>
  <p:tag name="KSO_WM_SLIDE_TYPE" val="text"/>
</p:tagLst>
</file>

<file path=ppt/tags/tag11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UNIT_INDEX" val="1_1_4"/>
  <p:tag name="KSO_WM_TEMPLATE_CATEGORY" val="diagram"/>
  <p:tag name="KSO_WM_TEMPLATE_INDEX" val="202382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UNIT_INDEX" val="1_1_5"/>
  <p:tag name="KSO_WM_TEMPLATE_CATEGORY" val="diagram"/>
  <p:tag name="KSO_WM_TEMPLATE_INDEX" val="202382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UNIT_INDEX" val="1_1_6"/>
  <p:tag name="KSO_WM_TEMPLATE_CATEGORY" val="diagram"/>
  <p:tag name="KSO_WM_TEMPLATE_INDEX" val="202382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UNIT_INDEX" val="1_1_3"/>
  <p:tag name="KSO_WM_TEMPLATE_CATEGORY" val="diagram"/>
  <p:tag name="KSO_WM_TEMPLATE_INDEX" val="202382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UNIT_INDEX" val="1_1_7"/>
  <p:tag name="KSO_WM_TEMPLATE_CATEGORY" val="diagram"/>
  <p:tag name="KSO_WM_TEMPLATE_INDEX" val="202382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UNIT_INDEX" val="1_2_1"/>
  <p:tag name="KSO_WM_TEMPLATE_CATEGORY" val="diagram"/>
  <p:tag name="KSO_WM_TEMPLATE_INDEX" val="202382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UNIT_INDEX" val="1_2_2_1"/>
  <p:tag name="KSO_WM_TEMPLATE_CATEGORY" val="diagram"/>
  <p:tag name="KSO_WM_TEMPLATE_INDEX" val="20238225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gradient&quot;:[{&quot;brightness&quot;:0,&quot;colorType&quot;:1,&quot;foreColorIndex&quot;:5,&quot;pos&quot;:0.5400000214576721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UNIT_INDEX" val="1_2_1_1"/>
  <p:tag name="KSO_WM_TEMPLATE_CATEGORY" val="diagram"/>
  <p:tag name="KSO_WM_TEMPLATE_INDEX" val="20238225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gradient&quot;:[{&quot;brightness&quot;:0,&quot;colorType&quot;:1,&quot;foreColorIndex&quot;:5,&quot;pos&quot;:0.5400000214576721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UNIT_INDEX" val="1_1_1"/>
  <p:tag name="KSO_WM_TEMPLATE_CATEGORY" val="diagram"/>
  <p:tag name="KSO_WM_TEMPLATE_INDEX" val="202382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28.xml><?xml version="1.0" encoding="utf-8"?>
<p:tagLst xmlns:p="http://schemas.openxmlformats.org/presentationml/2006/main">
  <p:tag name="KSO_WM_UNIT_VALUE" val="73*76"/>
  <p:tag name="KSO_WM_UNIT_HIGHLIGHT" val="0"/>
  <p:tag name="KSO_WM_UNIT_COMPATIBLE" val="0"/>
  <p:tag name="KSO_WM_UNIT_DIAGRAM_ISNUMVISUAL" val="0"/>
  <p:tag name="KSO_WM_UNIT_DIAGRAM_ISREFERUNIT" val="0"/>
  <p:tag name="KSO_WM_UNIT_TYPE" val="n_h_x"/>
  <p:tag name="KSO_WM_UNIT_INDEX" val="1_1_1"/>
  <p:tag name="KSO_WM_TEMPLATE_CATEGORY" val="diagram"/>
  <p:tag name="KSO_WM_TEMPLATE_INDEX" val="202382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gradient&quot;:[{&quot;brightness&quot;:0,&quot;colorType&quot;:1,&quot;foreColorIndex&quot;:5,&quot;pos&quot;:0.5400000214576721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TEMPLATE_CATEGORY" val="diagram"/>
  <p:tag name="KSO_WM_TEMPLATE_INDEX" val="202382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Your title here"/>
  <p:tag name="KSO_WM_DIAGRAM_USE_COLOR_VALUE" val="{&quot;color_scheme&quot;:1,&quot;color_type&quot;:1,&quot;theme_color_indexes&quot;:[5,6,5,6,5,6]}"/>
</p:tagLst>
</file>

<file path=ppt/tags/tag13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TEMPLATE_CATEGORY" val="diagram"/>
  <p:tag name="KSO_WM_TEMPLATE_INDEX" val="20238225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TEMPLATE_CATEGORY" val="diagram"/>
  <p:tag name="KSO_WM_TEMPLATE_INDEX" val="20238225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8.7511901855469,&quot;left&quot;:138.87503937007872,&quot;top&quot;:95.42440490722656,&quot;width&quot;:657.3306246924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19084]}"/>
  <p:tag name="KSO_WM_SLIDE_TYPE" val="text"/>
</p:tagLst>
</file>

<file path=ppt/tags/tag133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TEMPLATE_INDEX" val="19882022"/>
  <p:tag name="KSO_WM_TAG_VERSION" val="2.0"/>
  <p:tag name="KSO_WM_DIAGRAM_GROUP_CODE" val="l1-1"/>
</p:tagLst>
</file>

<file path=ppt/tags/tag1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2*a*1"/>
</p:tagLst>
</file>

<file path=ppt/tags/tag136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TEMPLATE_INDEX" val="19882022"/>
  <p:tag name="KSO_WM_TAG_VERSION" val="2.0"/>
  <p:tag name="KSO_WM_DIAGRAM_GROUP_CODE" val="l1-1"/>
</p:tagLst>
</file>

<file path=ppt/tags/tag137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TEMPLATE_INDEX" val="19882022"/>
  <p:tag name="KSO_WM_TAG_VERSION" val="2.0"/>
  <p:tag name="KSO_WM_DIAGRAM_GROUP_CODE" val="l1-1"/>
</p:tagLst>
</file>

<file path=ppt/tags/tag138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TEMPLATE_INDEX" val="19882022"/>
  <p:tag name="KSO_WM_TAG_VERSION" val="2.0"/>
  <p:tag name="KSO_WM_DIAGRAM_GROUP_CODE" val="l1-1"/>
  <p:tag name="KSO_WM_UNIT_SUBTYPE" val="d"/>
</p:tagLst>
</file>

<file path=ppt/tags/tag139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TEMPLATE_INDEX" val="19882022"/>
  <p:tag name="KSO_WM_TAG_VERSION" val="2.0"/>
  <p:tag name="KSO_WM_DIAGRAM_GROUP_CODE" val="l1-1"/>
</p:tagLst>
</file>

<file path=ppt/tags/tag140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TEMPLATE_INDEX" val="19882022"/>
  <p:tag name="KSO_WM_TAG_VERSION" val="2.0"/>
  <p:tag name="KSO_WM_DIAGRAM_GROUP_CODE" val="l1-1"/>
  <p:tag name="KSO_WM_UNIT_SUBTYPE" val="d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22595]}"/>
  <p:tag name="KSO_WM_SLIDE_TYPE" val="text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2*a*1"/>
</p:tagLst>
</file>

<file path=ppt/tags/tag143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78185119628904,&quot;left&quot;:54.762481689453125,&quot;top&quot;:143.25,&quot;width&quot;:850.475036621093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07*125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TEMPLATE_CATEGORY" val="diagram"/>
  <p:tag name="KSO_WM_TEMPLATE_INDEX" val="20238250"/>
  <p:tag name="KSO_WM_UNIT_LAYERLEVEL" val="1_1_1"/>
  <p:tag name="KSO_WM_TAG_VERSION" val="3.0"/>
  <p:tag name="KSO_WM_BEAUTIFY_FLAG" val="#wm#"/>
  <p:tag name="KSO_WM_UNIT_LINE_FORE_SCHEMECOLOR_INDEX" val="13"/>
  <p:tag name="MH_SHAPE_GUID" val="12"/>
  <p:tag name="KSO_WM_DIAGRAM_USE_COLOR_VALUE" val="{&quot;color_scheme&quot;:1,&quot;color_type&quot;:1,&quot;theme_color_indexes&quot;:[5,6,5,6,5,6]}"/>
</p:tagLst>
</file>

<file path=ppt/tags/tag144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78185119628904,&quot;left&quot;:54.762481689453125,&quot;top&quot;:143.25,&quot;width&quot;:850.475036621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TEMPLATE_CATEGORY" val="diagram"/>
  <p:tag name="KSO_WM_TEMPLATE_INDEX" val="2023825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5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78185119628904,&quot;left&quot;:54.762481689453125,&quot;top&quot;:143.25,&quot;width&quot;:850.47503662109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TEMPLATE_CATEGORY" val="diagram"/>
  <p:tag name="KSO_WM_TEMPLATE_INDEX" val="2023825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46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78185119628904,&quot;left&quot;:54.762481689453125,&quot;top&quot;:143.25,&quot;width&quot;:850.475036621093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07*127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TEMPLATE_CATEGORY" val="diagram"/>
  <p:tag name="KSO_WM_TEMPLATE_INDEX" val="20238250"/>
  <p:tag name="KSO_WM_UNIT_LAYERLEVEL" val="1_1_1"/>
  <p:tag name="KSO_WM_TAG_VERSION" val="3.0"/>
  <p:tag name="KSO_WM_BEAUTIFY_FLAG" val="#wm#"/>
  <p:tag name="KSO_WM_UNIT_LINE_FORE_SCHEMECOLOR_INDEX" val="13"/>
  <p:tag name="MH_SHAPE_GUID" val="13"/>
  <p:tag name="KSO_WM_DIAGRAM_USE_COLOR_VALUE" val="{&quot;color_scheme&quot;:1,&quot;color_type&quot;:1,&quot;theme_color_indexes&quot;:[5,6,5,6,5,6]}"/>
</p:tagLst>
</file>

<file path=ppt/tags/tag147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78185119628904,&quot;left&quot;:54.762481689453125,&quot;top&quot;:143.25,&quot;width&quot;:850.475036621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TEMPLATE_CATEGORY" val="diagram"/>
  <p:tag name="KSO_WM_TEMPLATE_INDEX" val="2023825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0.78185119628904,&quot;left&quot;:54.762481689453125,&quot;top&quot;:143.25,&quot;width&quot;:850.47503662109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TEMPLATE_CATEGORY" val="diagram"/>
  <p:tag name="KSO_WM_TEMPLATE_INDEX" val="2023825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22125,3321790]}"/>
  <p:tag name="KSO_WM_SLIDE_TYPE" val="text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2*a*1"/>
</p:tagLst>
</file>

<file path=ppt/tags/tag15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TEMPLATE_CATEGORY" val="diagram"/>
  <p:tag name="KSO_WM_TEMPLATE_INDEX" val="20238380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0.4661074805072,&quot;left&quot;:54.79998779296875,&quot;top&quot;:138.37503937007872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5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652*7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TEMPLATE_CATEGORY" val="diagram"/>
  <p:tag name="KSO_WM_TEMPLATE_INDEX" val="20238380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0.4661074805072,&quot;left&quot;:54.79998779296875,&quot;top&quot;:138.37503937007872,&quot;width&quot;:850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MH_SHAPE_GUID" val="8"/>
  <p:tag name="KSO_WM_DIAGRAM_USE_COLOR_VALUE" val="{&quot;color_scheme&quot;:1,&quot;color_type&quot;:1,&quot;theme_color_indexes&quot;:[5,6,5,6,5,6]}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TEMPLATE_CATEGORY" val="diagram"/>
  <p:tag name="KSO_WM_TEMPLATE_INDEX" val="20238380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UNIT_ISCONTENTSTITLE" val="0"/>
  <p:tag name="KSO_WM_UNIT_ISNUMDGMTITLE" val="0"/>
  <p:tag name="KSO_WM_UNIT_NOCLEAR" val="0"/>
  <p:tag name="KSO_WM_DIAGRAM_MAX_ITEMCNT" val="4"/>
  <p:tag name="KSO_WM_DIAGRAM_MIN_ITEMCNT" val="2"/>
  <p:tag name="KSO_WM_DIAGRAM_VIRTUALLY_FRAME" val="{&quot;height&quot;:380.4661074805072,&quot;left&quot;:54.79998779296875,&quot;top&quot;:138.3750393700787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8"/>
  <p:tag name="KSO_WM_UNIT_PRESET_TEXT" val="Your title here"/>
  <p:tag name="KSO_WM_DIAGRAM_USE_COLOR_VALUE" val="{&quot;color_scheme&quot;:1,&quot;color_type&quot;:1,&quot;theme_color_indexes&quot;:[5,6,5,6,5,6]}"/>
</p:tagLst>
</file>

<file path=ppt/tags/tag154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TEMPLATE_CATEGORY" val="diagram"/>
  <p:tag name="KSO_WM_TEMPLATE_INDEX" val="20238380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0.4661074805072,&quot;left&quot;:54.79998779296875,&quot;top&quot;:138.37503937007872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5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652*7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TEMPLATE_CATEGORY" val="diagram"/>
  <p:tag name="KSO_WM_TEMPLATE_INDEX" val="20238380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0.4661074805072,&quot;left&quot;:54.79998779296875,&quot;top&quot;:138.37503937007872,&quot;width&quot;:850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MH_SHAPE_GUID" val="7"/>
  <p:tag name="KSO_WM_DIAGRAM_USE_COLOR_VALUE" val="{&quot;color_scheme&quot;:1,&quot;color_type&quot;:1,&quot;theme_color_indexes&quot;:[5,6,5,6,5,6]}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TEMPLATE_CATEGORY" val="diagram"/>
  <p:tag name="KSO_WM_TEMPLATE_INDEX" val="20238380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UNIT_ISCONTENTSTITLE" val="0"/>
  <p:tag name="KSO_WM_UNIT_ISNUMDGMTITLE" val="0"/>
  <p:tag name="KSO_WM_UNIT_NOCLEAR" val="0"/>
  <p:tag name="KSO_WM_DIAGRAM_MAX_ITEMCNT" val="4"/>
  <p:tag name="KSO_WM_DIAGRAM_MIN_ITEMCNT" val="2"/>
  <p:tag name="KSO_WM_DIAGRAM_VIRTUALLY_FRAME" val="{&quot;height&quot;:380.4661074805072,&quot;left&quot;:54.79998779296875,&quot;top&quot;:138.3750393700787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8"/>
  <p:tag name="KSO_WM_UNIT_PRESET_TEXT" val="Your title here"/>
  <p:tag name="KSO_WM_DIAGRAM_USE_COLOR_VALUE" val="{&quot;color_scheme&quot;:1,&quot;color_type&quot;:1,&quot;theme_color_indexes&quot;:[5,6,5,6,5,6]}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23377]}"/>
  <p:tag name="KSO_WM_SLIDE_TYPE" val="text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2*a*1"/>
</p:tagLst>
</file>

<file path=ppt/tags/tag15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solid&quot;:{&quot;brightness&quot;:0.699999988079071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TEMPLATE_CATEGORY" val="diagram"/>
  <p:tag name="KSO_WM_TEMPLATE_INDEX" val="20238223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7"/>
  <p:tag name="KSO_WM_DIAGRAM_USE_COLOR_VALUE" val="{&quot;color_scheme&quot;:1,&quot;color_type&quot;:1,&quot;theme_color_indexes&quot;:[5,6,5,6,5,6]}"/>
</p:tagLst>
</file>

<file path=ppt/tags/tag16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04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6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6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3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4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5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7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TEMPLATE_CATEGORY" val="diagram"/>
  <p:tag name="KSO_WM_TEMPLATE_INDEX" val="20238223"/>
  <p:tag name="KSO_WM_UNIT_LAYERLEVEL" val="1_1_1"/>
  <p:tag name="KSO_WM_TAG_VERSION" val="3.0"/>
  <p:tag name="KSO_WM_BEAUTIFY_FLAG" val="#wm#"/>
  <p:tag name="KSO_WM_UNIT_PRESET_TEXT" val="Your title here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18867]}"/>
  <p:tag name="KSO_WM_SLIDE_TYPE" val="text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2*a*1"/>
</p:tagLst>
</file>

<file path=ppt/tags/tag1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TEMPLATE_CATEGORY" val="diagram"/>
  <p:tag name="KSO_WM_TEMPLATE_INDEX" val="20238172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gradient&quot;:[{&quot;brightness&quot;:0.20000000298023224,&quot;colorType&quot;:1,&quot;foreColorIndex&quot;:8,&quot;pos&quot;:0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-0.25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1.xml><?xml version="1.0" encoding="utf-8"?>
<p:tagLst xmlns:p="http://schemas.openxmlformats.org/presentationml/2006/main">
  <p:tag name="KSO_WM_BEAUTIFY_FLAG" val="#wm#"/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TEMPLATE_CATEGORY" val="diagram"/>
  <p:tag name="KSO_WM_TEMPLATE_INDEX" val="20238172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gradient&quot;:[{&quot;brightness&quot;:0.20000000298023224,&quot;colorType&quot;:1,&quot;foreColorIndex&quot;:7,&quot;pos&quot;:0,&quot;transparency&quot;:0},{&quot;brightness&quot;:0,&quot;colorType&quot;:1,&quot;foreColorIndex&quot;:7,&quot;pos&quot;:1,&quot;transparency&quot;:0}],&quot;type&quot;:3},&quot;glow&quot;:{&quot;colorType&quot;:0},&quot;line&quot;:{&quot;type&quot;:0},&quot;shadow&quot;:{&quot;brightness&quot;:-0.25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2.xml><?xml version="1.0" encoding="utf-8"?>
<p:tagLst xmlns:p="http://schemas.openxmlformats.org/presentationml/2006/main">
  <p:tag name="KSO_WM_BEAUTIFY_FLAG" val="#wm#"/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TEMPLATE_CATEGORY" val="diagram"/>
  <p:tag name="KSO_WM_TEMPLATE_INDEX" val="20238172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gradient&quot;:[{&quot;brightness&quot;:0.20000000298023224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-0.25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3.xml><?xml version="1.0" encoding="utf-8"?>
<p:tagLst xmlns:p="http://schemas.openxmlformats.org/presentationml/2006/main">
  <p:tag name="KSO_WM_BEAUTIFY_FLAG" val="#wm#"/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TEMPLATE_CATEGORY" val="diagram"/>
  <p:tag name="KSO_WM_TEMPLATE_INDEX" val="20238172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gradient&quot;:[{&quot;brightness&quot;:0,&quot;colorType&quot;:1,&quot;foreColorIndex&quot;:5,&quot;pos&quot;:1,&quot;transparency&quot;:0},{&quot;brightness&quot;:0.20000000298023224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4.xml><?xml version="1.0" encoding="utf-8"?>
<p:tagLst xmlns:p="http://schemas.openxmlformats.org/presentationml/2006/main">
  <p:tag name="KSO_WM_BEAUTIFY_FLAG" val="#wm#"/>
  <p:tag name="KSO_WM_DIAGRAM_VERSION" val="3"/>
  <p:tag name="KSO_WM_UNIT_VALUE" val="120*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TEMPLATE_CATEGORY" val="diagram"/>
  <p:tag name="KSO_WM_TEMPLATE_INDEX" val="20238172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20000000298023224}],&quot;type&quot;:3},&quot;glow&quot;:{&quot;colorType&quot;:0},&quot;line&quot;:{&quot;type&quot;:0},&quot;shadow&quot;:{&quot;brightness&quot;:-0.25,&quot;colorType&quot;:1,&quot;foreColorIndex&quot;:7,&quot;transparency&quot;:0.600000023841857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75.xml><?xml version="1.0" encoding="utf-8"?>
<p:tagLst xmlns:p="http://schemas.openxmlformats.org/presentationml/2006/main">
  <p:tag name="KSO_WM_BEAUTIFY_FLAG" val="#wm#"/>
  <p:tag name="KSO_WM_DIAGRAM_VERSION" val="3"/>
  <p:tag name="KSO_WM_UNIT_VALUE" val="120*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TEMPLATE_CATEGORY" val="diagram"/>
  <p:tag name="KSO_WM_TEMPLATE_INDEX" val="20238172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20000000298023224}],&quot;type&quot;:3},&quot;glow&quot;:{&quot;colorType&quot;:0},&quot;line&quot;:{&quot;type&quot;:0},&quot;shadow&quot;:{&quot;brightness&quot;:-0.25,&quot;colorType&quot;:1,&quot;foreColorIndex&quot;:8,&quot;transparency&quot;:0.600000023841857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76.xml><?xml version="1.0" encoding="utf-8"?>
<p:tagLst xmlns:p="http://schemas.openxmlformats.org/presentationml/2006/main">
  <p:tag name="KSO_WM_BEAUTIFY_FLAG" val="#wm#"/>
  <p:tag name="KSO_WM_DIAGRAM_VERSION" val="3"/>
  <p:tag name="KSO_WM_UNIT_VALUE" val="120*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TEMPLATE_CATEGORY" val="diagram"/>
  <p:tag name="KSO_WM_TEMPLATE_INDEX" val="20238172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20000000298023224}],&quot;type&quot;:3},&quot;glow&quot;:{&quot;colorType&quot;:0},&quot;line&quot;:{&quot;type&quot;:0},&quot;shadow&quot;:{&quot;brightness&quot;:-0.25,&quot;colorType&quot;:1,&quot;foreColorIndex&quot;:6,&quot;transparency&quot;:0.600000023841857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77.xml><?xml version="1.0" encoding="utf-8"?>
<p:tagLst xmlns:p="http://schemas.openxmlformats.org/presentationml/2006/main">
  <p:tag name="KSO_WM_BEAUTIFY_FLAG" val="#wm#"/>
  <p:tag name="KSO_WM_DIAGRAM_VERSION" val="3"/>
  <p:tag name="KSO_WM_UNIT_VALUE" val="120*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TEMPLATE_CATEGORY" val="diagram"/>
  <p:tag name="KSO_WM_TEMPLATE_INDEX" val="20238172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20000000298023224}],&quot;type&quot;:3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TEMPLATE_CATEGORY" val="diagram"/>
  <p:tag name="KSO_WM_TEMPLATE_INDEX" val="20238172"/>
  <p:tag name="KSO_WM_UNIT_LAYERLEVEL" val="1_1_1"/>
  <p:tag name="KSO_WM_TAG_VERSION" val="3.0"/>
  <p:tag name="KSO_WM_BEAUTIFY_FLAG" val="#wm#"/>
  <p:tag name="KSO_WM_DIAGRAM_VERSION" val="3"/>
  <p:tag name="KSO_WM_DIAGRAM_GROUP_CODE" val="l1-1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TEMPLATE_CATEGORY" val="diagram"/>
  <p:tag name="KSO_WM_TEMPLATE_INDEX" val="20238172"/>
  <p:tag name="KSO_WM_UNIT_LAYERLEVEL" val="1_1_1"/>
  <p:tag name="KSO_WM_TAG_VERSION" val="3.0"/>
  <p:tag name="KSO_WM_BEAUTIFY_FLAG" val="#wm#"/>
  <p:tag name="KSO_WM_DIAGRAM_VERSION" val="3"/>
  <p:tag name="KSO_WM_DIAGRAM_GROUP_CODE" val="l1-1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TEMPLATE_CATEGORY" val="diagram"/>
  <p:tag name="KSO_WM_TEMPLATE_INDEX" val="20238172"/>
  <p:tag name="KSO_WM_UNIT_LAYERLEVEL" val="1_1_1"/>
  <p:tag name="KSO_WM_TAG_VERSION" val="3.0"/>
  <p:tag name="KSO_WM_BEAUTIFY_FLAG" val="#wm#"/>
  <p:tag name="KSO_WM_DIAGRAM_VERSION" val="3"/>
  <p:tag name="KSO_WM_DIAGRAM_GROUP_CODE" val="l1-1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TEMPLATE_CATEGORY" val="diagram"/>
  <p:tag name="KSO_WM_TEMPLATE_INDEX" val="20238172"/>
  <p:tag name="KSO_WM_UNIT_LAYERLEVEL" val="1_1_1"/>
  <p:tag name="KSO_WM_TAG_VERSION" val="3.0"/>
  <p:tag name="KSO_WM_BEAUTIFY_FLAG" val="#wm#"/>
  <p:tag name="KSO_WM_DIAGRAM_VERSION" val="3"/>
  <p:tag name="KSO_WM_DIAGRAM_GROUP_CODE" val="l1-1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TEMPLATE_CATEGORY" val="diagram"/>
  <p:tag name="KSO_WM_TEMPLATE_INDEX" val="20238172"/>
  <p:tag name="KSO_WM_UNIT_LAYERLEVEL" val="1_1_1"/>
  <p:tag name="KSO_WM_TAG_VERSION" val="3.0"/>
  <p:tag name="KSO_WM_BEAUTIFY_FLAG" val="#wm#"/>
  <p:tag name="KSO_WM_DIAGRAM_VERSION" val="3"/>
  <p:tag name="KSO_WM_DIAGRAM_GROUP_CODE" val="l1-1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TEMPLATE_CATEGORY" val="diagram"/>
  <p:tag name="KSO_WM_TEMPLATE_INDEX" val="20238172"/>
  <p:tag name="KSO_WM_UNIT_LAYERLEVEL" val="1_1_1"/>
  <p:tag name="KSO_WM_TAG_VERSION" val="3.0"/>
  <p:tag name="KSO_WM_BEAUTIFY_FLAG" val="#wm#"/>
  <p:tag name="KSO_WM_DIAGRAM_VERSION" val="3"/>
  <p:tag name="KSO_WM_DIAGRAM_GROUP_CODE" val="l1-1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TEMPLATE_CATEGORY" val="diagram"/>
  <p:tag name="KSO_WM_TEMPLATE_INDEX" val="20238172"/>
  <p:tag name="KSO_WM_UNIT_LAYERLEVEL" val="1_1_1"/>
  <p:tag name="KSO_WM_TAG_VERSION" val="3.0"/>
  <p:tag name="KSO_WM_BEAUTIFY_FLAG" val="#wm#"/>
  <p:tag name="KSO_WM_DIAGRAM_VERSION" val="3"/>
  <p:tag name="KSO_WM_DIAGRAM_GROUP_CODE" val="l1-1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TEMPLATE_CATEGORY" val="diagram"/>
  <p:tag name="KSO_WM_TEMPLATE_INDEX" val="20238172"/>
  <p:tag name="KSO_WM_UNIT_LAYERLEVEL" val="1_1_1"/>
  <p:tag name="KSO_WM_TAG_VERSION" val="3.0"/>
  <p:tag name="KSO_WM_BEAUTIFY_FLAG" val="#wm#"/>
  <p:tag name="KSO_WM_DIAGRAM_VERSION" val="3"/>
  <p:tag name="KSO_WM_DIAGRAM_GROUP_CODE" val="l1-1"/>
  <p:tag name="KSO_WM_DIAGRAM_MAX_ITEMCNT" val="4"/>
  <p:tag name="KSO_WM_DIAGRAM_MIN_ITEMCNT" val="4"/>
  <p:tag name="KSO_WM_DIAGRAM_VIRTUALLY_FRAME" val="{&quot;height&quot;:315.3500424218366,&quot;left&quot;:111.14999389648438,&quot;top&quot;:170.9749969482422,&quot;width&quot;:737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12302]}"/>
  <p:tag name="KSO_WM_SLIDE_TYPE" val="text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2*a*1"/>
</p:tagLst>
</file>

<file path=ppt/tags/tag188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gradient&quot;:[{&quot;brightness&quot;:0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FILL_TYPE" val="3"/>
  <p:tag name="KSO_WM_UNIT_LINE_FORE_SCHEMECOLOR_INDEX" val="13"/>
  <p:tag name="KSO_WM_DIAGRAM_USE_COLOR_VALUE" val="{&quot;color_scheme&quot;:1,&quot;color_type&quot;:1,&quot;theme_color_indexes&quot;:[5,6,5,6,5,6]}"/>
</p:tagLst>
</file>

<file path=ppt/tags/tag189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0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1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192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3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PRESET_TEXT" val="01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3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LINE_FORE_SCHEMECOLOR_INDEX" val="13"/>
  <p:tag name="KSO_WM_DIAGRAM_USE_COLOR_VALUE" val="{&quot;color_scheme&quot;:1,&quot;color_type&quot;:1,&quot;theme_color_indexes&quot;:[5,6,5,6,5,6]}"/>
</p:tagLst>
</file>

<file path=ppt/tags/tag194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3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PRESET_TEXT" val="02"/>
  <p:tag name="KSO_WM_DIAGRAM_USE_COLOR_VALUE" val="{&quot;color_scheme&quot;:1,&quot;color_type&quot;:1,&quot;theme_color_indexes&quot;:[5,6,5,6,5,6]}"/>
</p:tagLst>
</file>

<file path=ppt/tags/tag195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solidLine&quot;:{&quot;brightness&quot;:0,&quot;colorType&quot;:2,&quot;rgb&quot;:&quot;#bfbfb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196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7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8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LINE_FORE_SCHEMECOLOR_INDEX" val="13"/>
  <p:tag name="KSO_WM_DIAGRAM_USE_COLOR_VALUE" val="{&quot;color_scheme&quot;:1,&quot;color_type&quot;:1,&quot;theme_color_indexes&quot;:[5,6,5,6,5,6]}"/>
</p:tagLst>
</file>

<file path=ppt/tags/tag199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3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PRESET_TEXT" val="03"/>
  <p:tag name="KSO_WM_DIAGRAM_USE_COLOR_VALUE" val="{&quot;color_scheme&quot;:1,&quot;color_type&quot;:1,&quot;theme_color_indexes&quot;:[5,6,5,6,5,6]}"/>
</p:tagLst>
</file>

<file path=ppt/tags/tag200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solidLine&quot;:{&quot;brightness&quot;:0,&quot;colorType&quot;:2,&quot;rgb&quot;:&quot;#bfbfb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201.xml><?xml version="1.0" encoding="utf-8"?>
<p:tagLst xmlns:p="http://schemas.openxmlformats.org/presentationml/2006/main"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2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3"/>
  <p:tag name="KSO_WM_DIAGRAM_VIRTUALLY_FRAME" val="{&quot;height&quot;:337.20756317378965,&quot;left&quot;:54.80316162109375,&quot;top&quot;:160.04747619628907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TEMPLATE_CATEGORY" val="diagram"/>
  <p:tag name="KSO_WM_TEMPLATE_INDEX" val="2023831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21532]}"/>
  <p:tag name="KSO_WM_SLIDE_TYPE" val="text"/>
</p:tagLst>
</file>

<file path=ppt/tags/tag204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205.xml><?xml version="1.0" encoding="utf-8"?>
<p:tagLst xmlns:p="http://schemas.openxmlformats.org/presentationml/2006/main"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ext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9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THANK YOU"/>
</p:tagLst>
</file>

<file path=ppt/tags/tag207.xml><?xml version="1.0" encoding="utf-8"?>
<p:tagLst xmlns:p="http://schemas.openxmlformats.org/presentationml/2006/main">
  <p:tag name="KSO_WM_SPECIAL_SOURCE" val="bdnull"/>
  <p:tag name="KSO_WM_SLIDE_ID" val="custom20237990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7990"/>
  <p:tag name="KSO_WM_SLIDE_LAYOUT" val="a_f"/>
  <p:tag name="KSO_WM_SLIDE_LAYOUT_CNT" val="1_2"/>
  <p:tag name="KSO_WM_SLIDE_THEME_ID" val="3312678"/>
  <p:tag name="KSO_WM_SLIDE_THEME_NAME" val="Red Minimalist"/>
</p:tagLst>
</file>

<file path=ppt/tags/tag208.xml><?xml version="1.0" encoding="utf-8"?>
<p:tagLst xmlns:p="http://schemas.openxmlformats.org/presentationml/2006/main">
  <p:tag name="commondata" val="eyJoZGlkIjoiYTBiZWE2ZWRjZjk1ZmUxOTc0MTVmYTU3MjNhZWI5M2EifQ=="/>
  <p:tag name="resource_record_key" val="{&quot;65&quot;:[20233462],&quot;70&quot;:[3312735,3321932,3319084,3322595,3322125,3321790,3323377,3318867,3312302,3321532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WPS Presentation</Application>
  <PresentationFormat>Widescreen</PresentationFormat>
  <Paragraphs>111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3" baseType="lpstr">
      <vt:lpstr>Arial</vt:lpstr>
      <vt:lpstr>SimSun</vt:lpstr>
      <vt:lpstr>Wingdings</vt:lpstr>
      <vt:lpstr>MiSans Normal</vt:lpstr>
      <vt:lpstr>MiSans</vt:lpstr>
      <vt:lpstr>Microsoft YaHei</vt:lpstr>
      <vt:lpstr>Arial Unicode MS</vt:lpstr>
      <vt:lpstr>Calibri</vt:lpstr>
      <vt:lpstr>Calibri Light</vt:lpstr>
      <vt:lpstr>MiSans</vt:lpstr>
      <vt:lpstr>Segoe Print</vt:lpstr>
      <vt:lpstr>Algerian</vt:lpstr>
      <vt:lpstr>SimHei</vt:lpstr>
      <vt:lpstr>Inter Bold</vt:lpstr>
      <vt:lpstr>Inter</vt:lpstr>
      <vt:lpstr>江城圆体 400W</vt:lpstr>
      <vt:lpstr>Crimson Text SemiBold</vt:lpstr>
      <vt:lpstr>Charis SIL</vt:lpstr>
      <vt:lpstr>Manrope ExtraBold</vt:lpstr>
      <vt:lpstr>Lato</vt:lpstr>
      <vt:lpstr>Office Theme</vt:lpstr>
      <vt:lpstr>1_Office Theme</vt:lpstr>
      <vt:lpstr>OrganiseMe: A Single-Page Productivity App</vt:lpstr>
      <vt:lpstr>Single-Page Web application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OrganiseMe: A Single-Page Productivity App</dc:title>
  <dc:creator/>
  <cp:lastModifiedBy>wanqi</cp:lastModifiedBy>
  <cp:revision>4</cp:revision>
  <dcterms:created xsi:type="dcterms:W3CDTF">2026-03-26T08:19:44Z</dcterms:created>
  <dcterms:modified xsi:type="dcterms:W3CDTF">2026-03-26T16:17:06Z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73D26FEBDDED4E65B723D660332480ED_13</vt:lpwstr>
  </property>
  <property fmtid="{D5CDD505-2E9C-101B-9397-08002B2CF9AE}" pid="3" name="KSOProductBuildVer">
    <vt:lpwstr>1033-12.1.0.25830</vt:lpwstr>
  </property>
  <property fmtid="{D5CDD505-2E9C-101B-9397-08002B2CF9AE}" pid="4" name="KSOTemplateUUID">
    <vt:lpwstr>v1.0_ai_69796625670</vt:lpwstr>
  </property>
</Properties>
</file>